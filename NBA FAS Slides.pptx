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1_68DCD6DC.xml" ContentType="application/vnd.ms-powerpoint.comments+xml"/>
  <Override PartName="/ppt/notesSlides/notesSlide3.xml" ContentType="application/vnd.openxmlformats-officedocument.presentationml.notesSlide+xml"/>
  <Override PartName="/ppt/comments/modernComment_102_3CEE112E.xml" ContentType="application/vnd.ms-powerpoint.comments+xml"/>
  <Override PartName="/ppt/notesSlides/notesSlide4.xml" ContentType="application/vnd.openxmlformats-officedocument.presentationml.notesSlide+xml"/>
  <Override PartName="/ppt/comments/modernComment_103_328A1071.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E79C9F-9858-4A22-30E4-60735A6A25E1}" name="Grant Boydell" initials="" userId="S::grantboydell@PersonalMicrosoftSoftware.ucla.edu::96237564-b208-4431-957c-9be33e290235" providerId="AD"/>
  <p188:author id="{2C62C2F9-800E-502C-0BAD-E85BE6050D43}" name="jacboyd7@gmail.com" initials="ja" userId="S::urn:spo:guest#jacboyd7@gmail.com::"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0B7262-60A0-ADB2-C0E3-F7209F7B33BC}" v="25" dt="2025-12-01T20:01:55.775"/>
    <p1510:client id="{A3815C52-CC60-0C4F-B908-521D302B56C5}" v="411" dt="2025-12-02T00:18:53.862"/>
    <p1510:client id="{A8B80E71-154D-D78E-0E2E-E895FFE8A5B6}" v="556" dt="2025-12-01T16:40:23.7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65" autoAdjust="0"/>
    <p:restoredTop sz="94676"/>
  </p:normalViewPr>
  <p:slideViewPr>
    <p:cSldViewPr snapToGrid="0">
      <p:cViewPr varScale="1">
        <p:scale>
          <a:sx n="83" d="100"/>
          <a:sy n="83" d="100"/>
        </p:scale>
        <p:origin x="208" y="6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boyd7@gmail.com" userId="S::urn:spo:guest#jacboyd7@gmail.com::" providerId="AD" clId="Web-{A8B80E71-154D-D78E-0E2E-E895FFE8A5B6}"/>
    <pc:docChg chg="mod modSld">
      <pc:chgData name="jacboyd7@gmail.com" userId="S::urn:spo:guest#jacboyd7@gmail.com::" providerId="AD" clId="Web-{A8B80E71-154D-D78E-0E2E-E895FFE8A5B6}" dt="2025-12-01T16:40:23.112" v="355" actId="20577"/>
      <pc:docMkLst>
        <pc:docMk/>
      </pc:docMkLst>
      <pc:sldChg chg="modSp">
        <pc:chgData name="jacboyd7@gmail.com" userId="S::urn:spo:guest#jacboyd7@gmail.com::" providerId="AD" clId="Web-{A8B80E71-154D-D78E-0E2E-E895FFE8A5B6}" dt="2025-12-01T16:38:41.058" v="335" actId="20577"/>
        <pc:sldMkLst>
          <pc:docMk/>
          <pc:sldMk cId="109857222" sldId="256"/>
        </pc:sldMkLst>
        <pc:spChg chg="mod">
          <ac:chgData name="jacboyd7@gmail.com" userId="S::urn:spo:guest#jacboyd7@gmail.com::" providerId="AD" clId="Web-{A8B80E71-154D-D78E-0E2E-E895FFE8A5B6}" dt="2025-12-01T16:38:41.058" v="335" actId="20577"/>
          <ac:spMkLst>
            <pc:docMk/>
            <pc:sldMk cId="109857222" sldId="256"/>
            <ac:spMk id="3" creationId="{00000000-0000-0000-0000-000000000000}"/>
          </ac:spMkLst>
        </pc:spChg>
      </pc:sldChg>
      <pc:sldChg chg="modSp">
        <pc:chgData name="jacboyd7@gmail.com" userId="S::urn:spo:guest#jacboyd7@gmail.com::" providerId="AD" clId="Web-{A8B80E71-154D-D78E-0E2E-E895FFE8A5B6}" dt="2025-12-01T16:40:23.112" v="355" actId="20577"/>
        <pc:sldMkLst>
          <pc:docMk/>
          <pc:sldMk cId="1759303388" sldId="257"/>
        </pc:sldMkLst>
        <pc:spChg chg="mod">
          <ac:chgData name="jacboyd7@gmail.com" userId="S::urn:spo:guest#jacboyd7@gmail.com::" providerId="AD" clId="Web-{A8B80E71-154D-D78E-0E2E-E895FFE8A5B6}" dt="2025-12-01T16:40:23.112" v="355" actId="20577"/>
          <ac:spMkLst>
            <pc:docMk/>
            <pc:sldMk cId="1759303388" sldId="257"/>
            <ac:spMk id="3" creationId="{CFBE360C-FFC3-7FAE-E99C-6FAF7AC69806}"/>
          </ac:spMkLst>
        </pc:spChg>
        <pc:spChg chg="mod">
          <ac:chgData name="jacboyd7@gmail.com" userId="S::urn:spo:guest#jacboyd7@gmail.com::" providerId="AD" clId="Web-{A8B80E71-154D-D78E-0E2E-E895FFE8A5B6}" dt="2025-12-01T16:32:48.329" v="100" actId="20577"/>
          <ac:spMkLst>
            <pc:docMk/>
            <pc:sldMk cId="1759303388" sldId="257"/>
            <ac:spMk id="6" creationId="{4FCEA5E0-F6B9-2940-C7B9-26FA392B365D}"/>
          </ac:spMkLst>
        </pc:spChg>
      </pc:sldChg>
      <pc:sldChg chg="modSp">
        <pc:chgData name="jacboyd7@gmail.com" userId="S::urn:spo:guest#jacboyd7@gmail.com::" providerId="AD" clId="Web-{A8B80E71-154D-D78E-0E2E-E895FFE8A5B6}" dt="2025-12-01T16:40:14.831" v="347" actId="20577"/>
        <pc:sldMkLst>
          <pc:docMk/>
          <pc:sldMk cId="1022234926" sldId="258"/>
        </pc:sldMkLst>
        <pc:spChg chg="mod">
          <ac:chgData name="jacboyd7@gmail.com" userId="S::urn:spo:guest#jacboyd7@gmail.com::" providerId="AD" clId="Web-{A8B80E71-154D-D78E-0E2E-E895FFE8A5B6}" dt="2025-12-01T16:40:14.831" v="347" actId="20577"/>
          <ac:spMkLst>
            <pc:docMk/>
            <pc:sldMk cId="1022234926" sldId="258"/>
            <ac:spMk id="3" creationId="{AAC5712F-06A5-AE6F-FF4D-92F7D16FD532}"/>
          </ac:spMkLst>
        </pc:spChg>
      </pc:sldChg>
      <pc:sldChg chg="addSp delSp modSp mod setBg">
        <pc:chgData name="jacboyd7@gmail.com" userId="S::urn:spo:guest#jacboyd7@gmail.com::" providerId="AD" clId="Web-{A8B80E71-154D-D78E-0E2E-E895FFE8A5B6}" dt="2025-12-01T16:39:42.484" v="338"/>
        <pc:sldMkLst>
          <pc:docMk/>
          <pc:sldMk cId="847908977" sldId="259"/>
        </pc:sldMkLst>
        <pc:spChg chg="add del">
          <ac:chgData name="jacboyd7@gmail.com" userId="S::urn:spo:guest#jacboyd7@gmail.com::" providerId="AD" clId="Web-{A8B80E71-154D-D78E-0E2E-E895FFE8A5B6}" dt="2025-12-01T16:34:51.685" v="213"/>
          <ac:spMkLst>
            <pc:docMk/>
            <pc:sldMk cId="847908977" sldId="259"/>
            <ac:spMk id="3" creationId="{1838B468-5019-B708-0E8C-B2318F081D34}"/>
          </ac:spMkLst>
        </pc:spChg>
        <pc:spChg chg="mod">
          <ac:chgData name="jacboyd7@gmail.com" userId="S::urn:spo:guest#jacboyd7@gmail.com::" providerId="AD" clId="Web-{A8B80E71-154D-D78E-0E2E-E895FFE8A5B6}" dt="2025-12-01T16:32:19.172" v="92" actId="1076"/>
          <ac:spMkLst>
            <pc:docMk/>
            <pc:sldMk cId="847908977" sldId="259"/>
            <ac:spMk id="16" creationId="{A6F9AADB-09AE-4275-AFE8-C2FE9E5EFEE1}"/>
          </ac:spMkLst>
        </pc:spChg>
        <pc:spChg chg="mod">
          <ac:chgData name="jacboyd7@gmail.com" userId="S::urn:spo:guest#jacboyd7@gmail.com::" providerId="AD" clId="Web-{A8B80E71-154D-D78E-0E2E-E895FFE8A5B6}" dt="2025-12-01T16:32:19.203" v="93" actId="1076"/>
          <ac:spMkLst>
            <pc:docMk/>
            <pc:sldMk cId="847908977" sldId="259"/>
            <ac:spMk id="20" creationId="{3DF3E20B-D045-978D-CB32-AF189A50E97D}"/>
          </ac:spMkLst>
        </pc:spChg>
        <pc:spChg chg="mod">
          <ac:chgData name="jacboyd7@gmail.com" userId="S::urn:spo:guest#jacboyd7@gmail.com::" providerId="AD" clId="Web-{A8B80E71-154D-D78E-0E2E-E895FFE8A5B6}" dt="2025-12-01T16:32:19.234" v="94" actId="1076"/>
          <ac:spMkLst>
            <pc:docMk/>
            <pc:sldMk cId="847908977" sldId="259"/>
            <ac:spMk id="22" creationId="{A7273112-F10A-E3DB-DA9B-0BA6CA1F4142}"/>
          </ac:spMkLst>
        </pc:spChg>
        <pc:spChg chg="mod">
          <ac:chgData name="jacboyd7@gmail.com" userId="S::urn:spo:guest#jacboyd7@gmail.com::" providerId="AD" clId="Web-{A8B80E71-154D-D78E-0E2E-E895FFE8A5B6}" dt="2025-12-01T16:32:19.250" v="95" actId="1076"/>
          <ac:spMkLst>
            <pc:docMk/>
            <pc:sldMk cId="847908977" sldId="259"/>
            <ac:spMk id="23" creationId="{02BC4A59-3894-94FC-5B5B-9CE925E9F647}"/>
          </ac:spMkLst>
        </pc:spChg>
        <pc:spChg chg="mod">
          <ac:chgData name="jacboyd7@gmail.com" userId="S::urn:spo:guest#jacboyd7@gmail.com::" providerId="AD" clId="Web-{A8B80E71-154D-D78E-0E2E-E895FFE8A5B6}" dt="2025-12-01T16:34:00.518" v="211" actId="20577"/>
          <ac:spMkLst>
            <pc:docMk/>
            <pc:sldMk cId="847908977" sldId="259"/>
            <ac:spMk id="24" creationId="{F5E5F9FA-33D6-B4B1-7EDC-01DC41753754}"/>
          </ac:spMkLst>
        </pc:spChg>
        <pc:graphicFrameChg chg="mod">
          <ac:chgData name="jacboyd7@gmail.com" userId="S::urn:spo:guest#jacboyd7@gmail.com::" providerId="AD" clId="Web-{A8B80E71-154D-D78E-0E2E-E895FFE8A5B6}" dt="2025-12-01T16:32:19.047" v="88" actId="1076"/>
          <ac:graphicFrameMkLst>
            <pc:docMk/>
            <pc:sldMk cId="847908977" sldId="259"/>
            <ac:graphicFrameMk id="4" creationId="{0613DDDA-A4D8-A11F-A7F0-01C1DCA42FB9}"/>
          </ac:graphicFrameMkLst>
        </pc:graphicFrameChg>
        <pc:graphicFrameChg chg="mod">
          <ac:chgData name="jacboyd7@gmail.com" userId="S::urn:spo:guest#jacboyd7@gmail.com::" providerId="AD" clId="Web-{A8B80E71-154D-D78E-0E2E-E895FFE8A5B6}" dt="2025-12-01T16:32:19.078" v="89" actId="1076"/>
          <ac:graphicFrameMkLst>
            <pc:docMk/>
            <pc:sldMk cId="847908977" sldId="259"/>
            <ac:graphicFrameMk id="13" creationId="{BC2D11CA-5BD5-FD0A-02FD-007D077AF8F1}"/>
          </ac:graphicFrameMkLst>
        </pc:graphicFrameChg>
        <pc:graphicFrameChg chg="mod">
          <ac:chgData name="jacboyd7@gmail.com" userId="S::urn:spo:guest#jacboyd7@gmail.com::" providerId="AD" clId="Web-{A8B80E71-154D-D78E-0E2E-E895FFE8A5B6}" dt="2025-12-01T16:32:19.109" v="90" actId="1076"/>
          <ac:graphicFrameMkLst>
            <pc:docMk/>
            <pc:sldMk cId="847908977" sldId="259"/>
            <ac:graphicFrameMk id="14" creationId="{A386AC3D-1328-3B0B-F524-131D2CF2B2B1}"/>
          </ac:graphicFrameMkLst>
        </pc:graphicFrameChg>
        <pc:graphicFrameChg chg="mod">
          <ac:chgData name="jacboyd7@gmail.com" userId="S::urn:spo:guest#jacboyd7@gmail.com::" providerId="AD" clId="Web-{A8B80E71-154D-D78E-0E2E-E895FFE8A5B6}" dt="2025-12-01T16:32:19.140" v="91" actId="1076"/>
          <ac:graphicFrameMkLst>
            <pc:docMk/>
            <pc:sldMk cId="847908977" sldId="259"/>
            <ac:graphicFrameMk id="15" creationId="{A6DEA656-71A8-0E5E-E5DE-8640F6ED9829}"/>
          </ac:graphicFrameMkLst>
        </pc:graphicFrameChg>
        <pc:picChg chg="add mod">
          <ac:chgData name="jacboyd7@gmail.com" userId="S::urn:spo:guest#jacboyd7@gmail.com::" providerId="AD" clId="Web-{A8B80E71-154D-D78E-0E2E-E895FFE8A5B6}" dt="2025-12-01T16:39:34.249" v="336"/>
          <ac:picMkLst>
            <pc:docMk/>
            <pc:sldMk cId="847908977" sldId="259"/>
            <ac:picMk id="5" creationId="{F68B4980-481A-22AF-349E-3EC55593326B}"/>
          </ac:picMkLst>
        </pc:picChg>
        <pc:picChg chg="add mod">
          <ac:chgData name="jacboyd7@gmail.com" userId="S::urn:spo:guest#jacboyd7@gmail.com::" providerId="AD" clId="Web-{A8B80E71-154D-D78E-0E2E-E895FFE8A5B6}" dt="2025-12-01T16:39:39.266" v="337"/>
          <ac:picMkLst>
            <pc:docMk/>
            <pc:sldMk cId="847908977" sldId="259"/>
            <ac:picMk id="6" creationId="{9AF113F8-3C84-BC1A-96BB-35F996CE73A5}"/>
          </ac:picMkLst>
        </pc:picChg>
        <pc:picChg chg="add mod">
          <ac:chgData name="jacboyd7@gmail.com" userId="S::urn:spo:guest#jacboyd7@gmail.com::" providerId="AD" clId="Web-{A8B80E71-154D-D78E-0E2E-E895FFE8A5B6}" dt="2025-12-01T16:39:42.484" v="338"/>
          <ac:picMkLst>
            <pc:docMk/>
            <pc:sldMk cId="847908977" sldId="259"/>
            <ac:picMk id="7" creationId="{E00C60CA-C6AC-F3EC-BA71-614528906D8D}"/>
          </ac:picMkLst>
        </pc:picChg>
        <pc:cxnChg chg="mod">
          <ac:chgData name="jacboyd7@gmail.com" userId="S::urn:spo:guest#jacboyd7@gmail.com::" providerId="AD" clId="Web-{A8B80E71-154D-D78E-0E2E-E895FFE8A5B6}" dt="2025-12-01T16:32:19.297" v="96" actId="1076"/>
          <ac:cxnSpMkLst>
            <pc:docMk/>
            <pc:sldMk cId="847908977" sldId="259"/>
            <ac:cxnSpMk id="27" creationId="{418D1252-90BD-A5C4-B597-A36BD0777B03}"/>
          </ac:cxnSpMkLst>
        </pc:cxnChg>
      </pc:sldChg>
    </pc:docChg>
  </pc:docChgLst>
  <pc:docChgLst>
    <pc:chgData name="jacboyd7@gmail.com" userId="S::urn:spo:guest#jacboyd7@gmail.com::" providerId="AD" clId="Web-{5F0B7262-60A0-ADB2-C0E3-F7209F7B33BC}"/>
    <pc:docChg chg="modSld">
      <pc:chgData name="jacboyd7@gmail.com" userId="S::urn:spo:guest#jacboyd7@gmail.com::" providerId="AD" clId="Web-{5F0B7262-60A0-ADB2-C0E3-F7209F7B33BC}" dt="2025-12-01T20:31:32.161" v="728"/>
      <pc:docMkLst>
        <pc:docMk/>
      </pc:docMkLst>
      <pc:sldChg chg="modNotes">
        <pc:chgData name="jacboyd7@gmail.com" userId="S::urn:spo:guest#jacboyd7@gmail.com::" providerId="AD" clId="Web-{5F0B7262-60A0-ADB2-C0E3-F7209F7B33BC}" dt="2025-12-01T19:59:57.937" v="55"/>
        <pc:sldMkLst>
          <pc:docMk/>
          <pc:sldMk cId="109857222" sldId="256"/>
        </pc:sldMkLst>
      </pc:sldChg>
      <pc:sldChg chg="modSp modNotes">
        <pc:chgData name="jacboyd7@gmail.com" userId="S::urn:spo:guest#jacboyd7@gmail.com::" providerId="AD" clId="Web-{5F0B7262-60A0-ADB2-C0E3-F7209F7B33BC}" dt="2025-12-01T20:01:55.322" v="301"/>
        <pc:sldMkLst>
          <pc:docMk/>
          <pc:sldMk cId="1759303388" sldId="257"/>
        </pc:sldMkLst>
        <pc:spChg chg="mod">
          <ac:chgData name="jacboyd7@gmail.com" userId="S::urn:spo:guest#jacboyd7@gmail.com::" providerId="AD" clId="Web-{5F0B7262-60A0-ADB2-C0E3-F7209F7B33BC}" dt="2025-12-01T17:44:52.625" v="11" actId="20577"/>
          <ac:spMkLst>
            <pc:docMk/>
            <pc:sldMk cId="1759303388" sldId="257"/>
            <ac:spMk id="3" creationId="{CFBE360C-FFC3-7FAE-E99C-6FAF7AC69806}"/>
          </ac:spMkLst>
        </pc:spChg>
      </pc:sldChg>
      <pc:sldChg chg="modNotes">
        <pc:chgData name="jacboyd7@gmail.com" userId="S::urn:spo:guest#jacboyd7@gmail.com::" providerId="AD" clId="Web-{5F0B7262-60A0-ADB2-C0E3-F7209F7B33BC}" dt="2025-12-01T20:02:44.278" v="401"/>
        <pc:sldMkLst>
          <pc:docMk/>
          <pc:sldMk cId="1022234926" sldId="258"/>
        </pc:sldMkLst>
      </pc:sldChg>
      <pc:sldChg chg="modSp modNotes">
        <pc:chgData name="jacboyd7@gmail.com" userId="S::urn:spo:guest#jacboyd7@gmail.com::" providerId="AD" clId="Web-{5F0B7262-60A0-ADB2-C0E3-F7209F7B33BC}" dt="2025-12-01T20:31:32.161" v="728"/>
        <pc:sldMkLst>
          <pc:docMk/>
          <pc:sldMk cId="847908977" sldId="259"/>
        </pc:sldMkLst>
        <pc:spChg chg="mod">
          <ac:chgData name="jacboyd7@gmail.com" userId="S::urn:spo:guest#jacboyd7@gmail.com::" providerId="AD" clId="Web-{5F0B7262-60A0-ADB2-C0E3-F7209F7B33BC}" dt="2025-12-01T16:55:28.363" v="3" actId="20577"/>
          <ac:spMkLst>
            <pc:docMk/>
            <pc:sldMk cId="847908977" sldId="259"/>
            <ac:spMk id="24" creationId="{F5E5F9FA-33D6-B4B1-7EDC-01DC41753754}"/>
          </ac:spMkLst>
        </pc:spChg>
        <pc:graphicFrameChg chg="modGraphic">
          <ac:chgData name="jacboyd7@gmail.com" userId="S::urn:spo:guest#jacboyd7@gmail.com::" providerId="AD" clId="Web-{5F0B7262-60A0-ADB2-C0E3-F7209F7B33BC}" dt="2025-12-01T17:46:30.567" v="13"/>
          <ac:graphicFrameMkLst>
            <pc:docMk/>
            <pc:sldMk cId="847908977" sldId="259"/>
            <ac:graphicFrameMk id="13" creationId="{BC2D11CA-5BD5-FD0A-02FD-007D077AF8F1}"/>
          </ac:graphicFrameMkLst>
        </pc:graphicFrameChg>
      </pc:sldChg>
    </pc:docChg>
  </pc:docChgLst>
  <pc:docChgLst>
    <pc:chgData name="Grant Boydell" userId="96237564-b208-4431-957c-9be33e290235" providerId="ADAL" clId="{A3815C52-CC60-0C4F-B908-521D302B56C5}"/>
    <pc:docChg chg="undo custSel addSld modSld">
      <pc:chgData name="Grant Boydell" userId="96237564-b208-4431-957c-9be33e290235" providerId="ADAL" clId="{A3815C52-CC60-0C4F-B908-521D302B56C5}" dt="2025-12-02T01:01:29.362" v="5206" actId="20577"/>
      <pc:docMkLst>
        <pc:docMk/>
      </pc:docMkLst>
      <pc:sldChg chg="delSp modSp mod">
        <pc:chgData name="Grant Boydell" userId="96237564-b208-4431-957c-9be33e290235" providerId="ADAL" clId="{A3815C52-CC60-0C4F-B908-521D302B56C5}" dt="2025-12-01T20:37:01.826" v="5128" actId="404"/>
        <pc:sldMkLst>
          <pc:docMk/>
          <pc:sldMk cId="109857222" sldId="256"/>
        </pc:sldMkLst>
        <pc:spChg chg="mod">
          <ac:chgData name="Grant Boydell" userId="96237564-b208-4431-957c-9be33e290235" providerId="ADAL" clId="{A3815C52-CC60-0C4F-B908-521D302B56C5}" dt="2025-12-01T20:37:01.826" v="5128" actId="404"/>
          <ac:spMkLst>
            <pc:docMk/>
            <pc:sldMk cId="109857222" sldId="256"/>
            <ac:spMk id="2" creationId="{00000000-0000-0000-0000-000000000000}"/>
          </ac:spMkLst>
        </pc:spChg>
        <pc:spChg chg="mod">
          <ac:chgData name="Grant Boydell" userId="96237564-b208-4431-957c-9be33e290235" providerId="ADAL" clId="{A3815C52-CC60-0C4F-B908-521D302B56C5}" dt="2025-12-01T06:30:19.392" v="3748" actId="20577"/>
          <ac:spMkLst>
            <pc:docMk/>
            <pc:sldMk cId="109857222" sldId="256"/>
            <ac:spMk id="3" creationId="{00000000-0000-0000-0000-000000000000}"/>
          </ac:spMkLst>
        </pc:spChg>
        <pc:picChg chg="mod modCrop">
          <ac:chgData name="Grant Boydell" userId="96237564-b208-4431-957c-9be33e290235" providerId="ADAL" clId="{A3815C52-CC60-0C4F-B908-521D302B56C5}" dt="2025-11-29T22:22:52.473" v="5" actId="1076"/>
          <ac:picMkLst>
            <pc:docMk/>
            <pc:sldMk cId="109857222" sldId="256"/>
            <ac:picMk id="5" creationId="{3E86328D-9BF1-2795-E5DB-198F850883DB}"/>
          </ac:picMkLst>
        </pc:picChg>
      </pc:sldChg>
      <pc:sldChg chg="addSp delSp modSp new mod">
        <pc:chgData name="Grant Boydell" userId="96237564-b208-4431-957c-9be33e290235" providerId="ADAL" clId="{A3815C52-CC60-0C4F-B908-521D302B56C5}" dt="2025-12-02T01:01:29.362" v="5206" actId="20577"/>
        <pc:sldMkLst>
          <pc:docMk/>
          <pc:sldMk cId="1759303388" sldId="257"/>
        </pc:sldMkLst>
        <pc:spChg chg="mod">
          <ac:chgData name="Grant Boydell" userId="96237564-b208-4431-957c-9be33e290235" providerId="ADAL" clId="{A3815C52-CC60-0C4F-B908-521D302B56C5}" dt="2025-11-30T03:03:53.014" v="182" actId="20577"/>
          <ac:spMkLst>
            <pc:docMk/>
            <pc:sldMk cId="1759303388" sldId="257"/>
            <ac:spMk id="2" creationId="{5810CA10-3625-BDF6-2A46-E88850FA95E8}"/>
          </ac:spMkLst>
        </pc:spChg>
        <pc:spChg chg="mod">
          <ac:chgData name="Grant Boydell" userId="96237564-b208-4431-957c-9be33e290235" providerId="ADAL" clId="{A3815C52-CC60-0C4F-B908-521D302B56C5}" dt="2025-12-01T20:33:22.918" v="5033" actId="20577"/>
          <ac:spMkLst>
            <pc:docMk/>
            <pc:sldMk cId="1759303388" sldId="257"/>
            <ac:spMk id="3" creationId="{CFBE360C-FFC3-7FAE-E99C-6FAF7AC69806}"/>
          </ac:spMkLst>
        </pc:spChg>
        <pc:spChg chg="add mod">
          <ac:chgData name="Grant Boydell" userId="96237564-b208-4431-957c-9be33e290235" providerId="ADAL" clId="{A3815C52-CC60-0C4F-B908-521D302B56C5}" dt="2025-12-02T01:01:29.362" v="5206" actId="20577"/>
          <ac:spMkLst>
            <pc:docMk/>
            <pc:sldMk cId="1759303388" sldId="257"/>
            <ac:spMk id="6" creationId="{4FCEA5E0-F6B9-2940-C7B9-26FA392B365D}"/>
          </ac:spMkLst>
        </pc:spChg>
        <pc:spChg chg="add mod">
          <ac:chgData name="Grant Boydell" userId="96237564-b208-4431-957c-9be33e290235" providerId="ADAL" clId="{A3815C52-CC60-0C4F-B908-521D302B56C5}" dt="2025-12-01T06:39:38.281" v="4191" actId="20577"/>
          <ac:spMkLst>
            <pc:docMk/>
            <pc:sldMk cId="1759303388" sldId="257"/>
            <ac:spMk id="7" creationId="{3644315C-4BBC-73AF-8DC0-9687A2442863}"/>
          </ac:spMkLst>
        </pc:spChg>
        <pc:graphicFrameChg chg="add mod modGraphic">
          <ac:chgData name="Grant Boydell" userId="96237564-b208-4431-957c-9be33e290235" providerId="ADAL" clId="{A3815C52-CC60-0C4F-B908-521D302B56C5}" dt="2025-11-30T03:15:24.139" v="1070" actId="12385"/>
          <ac:graphicFrameMkLst>
            <pc:docMk/>
            <pc:sldMk cId="1759303388" sldId="257"/>
            <ac:graphicFrameMk id="5" creationId="{455E8A98-8751-BC9A-39E7-B6A2E5523EA9}"/>
          </ac:graphicFrameMkLst>
        </pc:graphicFrameChg>
      </pc:sldChg>
      <pc:sldChg chg="addSp delSp modSp add mod">
        <pc:chgData name="Grant Boydell" userId="96237564-b208-4431-957c-9be33e290235" providerId="ADAL" clId="{A3815C52-CC60-0C4F-B908-521D302B56C5}" dt="2025-12-02T00:18:53.862" v="5153"/>
        <pc:sldMkLst>
          <pc:docMk/>
          <pc:sldMk cId="1022234926" sldId="258"/>
        </pc:sldMkLst>
        <pc:spChg chg="mod">
          <ac:chgData name="Grant Boydell" userId="96237564-b208-4431-957c-9be33e290235" providerId="ADAL" clId="{A3815C52-CC60-0C4F-B908-521D302B56C5}" dt="2025-11-30T03:20:26.261" v="1498" actId="20577"/>
          <ac:spMkLst>
            <pc:docMk/>
            <pc:sldMk cId="1022234926" sldId="258"/>
            <ac:spMk id="2" creationId="{02EC8786-D987-61AC-ADEF-90C16AC7D017}"/>
          </ac:spMkLst>
        </pc:spChg>
        <pc:spChg chg="mod">
          <ac:chgData name="Grant Boydell" userId="96237564-b208-4431-957c-9be33e290235" providerId="ADAL" clId="{A3815C52-CC60-0C4F-B908-521D302B56C5}" dt="2025-12-01T06:45:00.550" v="4675" actId="20577"/>
          <ac:spMkLst>
            <pc:docMk/>
            <pc:sldMk cId="1022234926" sldId="258"/>
            <ac:spMk id="3" creationId="{AAC5712F-06A5-AE6F-FF4D-92F7D16FD532}"/>
          </ac:spMkLst>
        </pc:spChg>
        <pc:spChg chg="add mod">
          <ac:chgData name="Grant Boydell" userId="96237564-b208-4431-957c-9be33e290235" providerId="ADAL" clId="{A3815C52-CC60-0C4F-B908-521D302B56C5}" dt="2025-12-02T00:18:53.862" v="5153"/>
          <ac:spMkLst>
            <pc:docMk/>
            <pc:sldMk cId="1022234926" sldId="258"/>
            <ac:spMk id="10" creationId="{83149554-64E1-7909-A6CA-E4A6B1375236}"/>
          </ac:spMkLst>
        </pc:spChg>
        <pc:picChg chg="add mod">
          <ac:chgData name="Grant Boydell" userId="96237564-b208-4431-957c-9be33e290235" providerId="ADAL" clId="{A3815C52-CC60-0C4F-B908-521D302B56C5}" dt="2025-12-02T00:16:02.716" v="5136" actId="208"/>
          <ac:picMkLst>
            <pc:docMk/>
            <pc:sldMk cId="1022234926" sldId="258"/>
            <ac:picMk id="5" creationId="{E6CE532F-E3AF-D0E2-E49F-191C72120089}"/>
          </ac:picMkLst>
        </pc:picChg>
        <pc:picChg chg="add del mod">
          <ac:chgData name="Grant Boydell" userId="96237564-b208-4431-957c-9be33e290235" providerId="ADAL" clId="{A3815C52-CC60-0C4F-B908-521D302B56C5}" dt="2025-12-02T00:16:05.645" v="5137" actId="478"/>
          <ac:picMkLst>
            <pc:docMk/>
            <pc:sldMk cId="1022234926" sldId="258"/>
            <ac:picMk id="7" creationId="{605A58CF-42FB-7563-FEAB-E50CFEEEA7A5}"/>
          </ac:picMkLst>
        </pc:picChg>
        <pc:picChg chg="add del mod">
          <ac:chgData name="Grant Boydell" userId="96237564-b208-4431-957c-9be33e290235" providerId="ADAL" clId="{A3815C52-CC60-0C4F-B908-521D302B56C5}" dt="2025-12-02T00:17:41.609" v="5145" actId="478"/>
          <ac:picMkLst>
            <pc:docMk/>
            <pc:sldMk cId="1022234926" sldId="258"/>
            <ac:picMk id="8" creationId="{3144FD1B-4046-BF52-20CD-0E26197413EC}"/>
          </ac:picMkLst>
        </pc:picChg>
        <pc:picChg chg="add del mod">
          <ac:chgData name="Grant Boydell" userId="96237564-b208-4431-957c-9be33e290235" providerId="ADAL" clId="{A3815C52-CC60-0C4F-B908-521D302B56C5}" dt="2025-12-02T00:15:44.402" v="5129" actId="478"/>
          <ac:picMkLst>
            <pc:docMk/>
            <pc:sldMk cId="1022234926" sldId="258"/>
            <ac:picMk id="9" creationId="{D4701907-6F67-FB81-3A26-215D0D5D185D}"/>
          </ac:picMkLst>
        </pc:picChg>
        <pc:picChg chg="add mod">
          <ac:chgData name="Grant Boydell" userId="96237564-b208-4431-957c-9be33e290235" providerId="ADAL" clId="{A3815C52-CC60-0C4F-B908-521D302B56C5}" dt="2025-12-02T00:17:58.098" v="5152" actId="1076"/>
          <ac:picMkLst>
            <pc:docMk/>
            <pc:sldMk cId="1022234926" sldId="258"/>
            <ac:picMk id="12" creationId="{4BDC115D-5C23-5CEB-9EA7-B7376A6F0E52}"/>
          </ac:picMkLst>
        </pc:picChg>
      </pc:sldChg>
      <pc:sldChg chg="addSp delSp modSp add mod">
        <pc:chgData name="Grant Boydell" userId="96237564-b208-4431-957c-9be33e290235" providerId="ADAL" clId="{A3815C52-CC60-0C4F-B908-521D302B56C5}" dt="2025-12-02T00:25:08.138" v="5199" actId="20577"/>
        <pc:sldMkLst>
          <pc:docMk/>
          <pc:sldMk cId="847908977" sldId="259"/>
        </pc:sldMkLst>
        <pc:spChg chg="mod">
          <ac:chgData name="Grant Boydell" userId="96237564-b208-4431-957c-9be33e290235" providerId="ADAL" clId="{A3815C52-CC60-0C4F-B908-521D302B56C5}" dt="2025-11-30T03:22:40.616" v="1545" actId="20577"/>
          <ac:spMkLst>
            <pc:docMk/>
            <pc:sldMk cId="847908977" sldId="259"/>
            <ac:spMk id="2" creationId="{E311117B-2FE0-28FF-D3CB-A2121CA9E2C3}"/>
          </ac:spMkLst>
        </pc:spChg>
        <pc:spChg chg="add mod">
          <ac:chgData name="Grant Boydell" userId="96237564-b208-4431-957c-9be33e290235" providerId="ADAL" clId="{A3815C52-CC60-0C4F-B908-521D302B56C5}" dt="2025-12-01T06:41:29.073" v="4304" actId="20577"/>
          <ac:spMkLst>
            <pc:docMk/>
            <pc:sldMk cId="847908977" sldId="259"/>
            <ac:spMk id="16" creationId="{A6F9AADB-09AE-4275-AFE8-C2FE9E5EFEE1}"/>
          </ac:spMkLst>
        </pc:spChg>
        <pc:spChg chg="add del mod">
          <ac:chgData name="Grant Boydell" userId="96237564-b208-4431-957c-9be33e290235" providerId="ADAL" clId="{A3815C52-CC60-0C4F-B908-521D302B56C5}" dt="2025-12-01T06:40:54.928" v="4292" actId="478"/>
          <ac:spMkLst>
            <pc:docMk/>
            <pc:sldMk cId="847908977" sldId="259"/>
            <ac:spMk id="17" creationId="{D8F97118-8AA8-B9F8-8ECA-69ABC4F0232D}"/>
          </ac:spMkLst>
        </pc:spChg>
        <pc:spChg chg="add del mod">
          <ac:chgData name="Grant Boydell" userId="96237564-b208-4431-957c-9be33e290235" providerId="ADAL" clId="{A3815C52-CC60-0C4F-B908-521D302B56C5}" dt="2025-12-01T06:40:56.613" v="4293" actId="478"/>
          <ac:spMkLst>
            <pc:docMk/>
            <pc:sldMk cId="847908977" sldId="259"/>
            <ac:spMk id="19" creationId="{5C61F950-DDEE-6704-C031-396886D4DE86}"/>
          </ac:spMkLst>
        </pc:spChg>
        <pc:spChg chg="add mod">
          <ac:chgData name="Grant Boydell" userId="96237564-b208-4431-957c-9be33e290235" providerId="ADAL" clId="{A3815C52-CC60-0C4F-B908-521D302B56C5}" dt="2025-12-01T06:41:53.915" v="4336" actId="1076"/>
          <ac:spMkLst>
            <pc:docMk/>
            <pc:sldMk cId="847908977" sldId="259"/>
            <ac:spMk id="20" creationId="{3DF3E20B-D045-978D-CB32-AF189A50E97D}"/>
          </ac:spMkLst>
        </pc:spChg>
        <pc:spChg chg="add del mod">
          <ac:chgData name="Grant Boydell" userId="96237564-b208-4431-957c-9be33e290235" providerId="ADAL" clId="{A3815C52-CC60-0C4F-B908-521D302B56C5}" dt="2025-12-01T06:47:52.448" v="4820" actId="478"/>
          <ac:spMkLst>
            <pc:docMk/>
            <pc:sldMk cId="847908977" sldId="259"/>
            <ac:spMk id="21" creationId="{931A643A-F312-D2EF-A2E8-24A9C4D6EDEB}"/>
          </ac:spMkLst>
        </pc:spChg>
        <pc:spChg chg="add mod">
          <ac:chgData name="Grant Boydell" userId="96237564-b208-4431-957c-9be33e290235" providerId="ADAL" clId="{A3815C52-CC60-0C4F-B908-521D302B56C5}" dt="2025-12-01T06:41:15.014" v="4298" actId="1076"/>
          <ac:spMkLst>
            <pc:docMk/>
            <pc:sldMk cId="847908977" sldId="259"/>
            <ac:spMk id="22" creationId="{A7273112-F10A-E3DB-DA9B-0BA6CA1F4142}"/>
          </ac:spMkLst>
        </pc:spChg>
        <pc:spChg chg="add mod">
          <ac:chgData name="Grant Boydell" userId="96237564-b208-4431-957c-9be33e290235" providerId="ADAL" clId="{A3815C52-CC60-0C4F-B908-521D302B56C5}" dt="2025-12-01T06:41:32.458" v="4308" actId="20577"/>
          <ac:spMkLst>
            <pc:docMk/>
            <pc:sldMk cId="847908977" sldId="259"/>
            <ac:spMk id="23" creationId="{02BC4A59-3894-94FC-5B5B-9CE925E9F647}"/>
          </ac:spMkLst>
        </pc:spChg>
        <pc:spChg chg="add mod">
          <ac:chgData name="Grant Boydell" userId="96237564-b208-4431-957c-9be33e290235" providerId="ADAL" clId="{A3815C52-CC60-0C4F-B908-521D302B56C5}" dt="2025-12-01T20:34:40.350" v="5046" actId="20577"/>
          <ac:spMkLst>
            <pc:docMk/>
            <pc:sldMk cId="847908977" sldId="259"/>
            <ac:spMk id="24" creationId="{F5E5F9FA-33D6-B4B1-7EDC-01DC41753754}"/>
          </ac:spMkLst>
        </pc:spChg>
        <pc:graphicFrameChg chg="add mod modGraphic">
          <ac:chgData name="Grant Boydell" userId="96237564-b208-4431-957c-9be33e290235" providerId="ADAL" clId="{A3815C52-CC60-0C4F-B908-521D302B56C5}" dt="2025-12-02T00:23:43.281" v="5165" actId="20577"/>
          <ac:graphicFrameMkLst>
            <pc:docMk/>
            <pc:sldMk cId="847908977" sldId="259"/>
            <ac:graphicFrameMk id="4" creationId="{0613DDDA-A4D8-A11F-A7F0-01C1DCA42FB9}"/>
          </ac:graphicFrameMkLst>
        </pc:graphicFrameChg>
        <pc:graphicFrameChg chg="add mod modGraphic">
          <ac:chgData name="Grant Boydell" userId="96237564-b208-4431-957c-9be33e290235" providerId="ADAL" clId="{A3815C52-CC60-0C4F-B908-521D302B56C5}" dt="2025-12-02T00:23:59.129" v="5175" actId="20577"/>
          <ac:graphicFrameMkLst>
            <pc:docMk/>
            <pc:sldMk cId="847908977" sldId="259"/>
            <ac:graphicFrameMk id="13" creationId="{BC2D11CA-5BD5-FD0A-02FD-007D077AF8F1}"/>
          </ac:graphicFrameMkLst>
        </pc:graphicFrameChg>
        <pc:graphicFrameChg chg="add mod modGraphic">
          <ac:chgData name="Grant Boydell" userId="96237564-b208-4431-957c-9be33e290235" providerId="ADAL" clId="{A3815C52-CC60-0C4F-B908-521D302B56C5}" dt="2025-12-02T00:24:29.938" v="5187" actId="20577"/>
          <ac:graphicFrameMkLst>
            <pc:docMk/>
            <pc:sldMk cId="847908977" sldId="259"/>
            <ac:graphicFrameMk id="14" creationId="{A386AC3D-1328-3B0B-F524-131D2CF2B2B1}"/>
          </ac:graphicFrameMkLst>
        </pc:graphicFrameChg>
        <pc:graphicFrameChg chg="add mod modGraphic">
          <ac:chgData name="Grant Boydell" userId="96237564-b208-4431-957c-9be33e290235" providerId="ADAL" clId="{A3815C52-CC60-0C4F-B908-521D302B56C5}" dt="2025-12-02T00:25:08.138" v="5199" actId="20577"/>
          <ac:graphicFrameMkLst>
            <pc:docMk/>
            <pc:sldMk cId="847908977" sldId="259"/>
            <ac:graphicFrameMk id="15" creationId="{A6DEA656-71A8-0E5E-E5DE-8640F6ED9829}"/>
          </ac:graphicFrameMkLst>
        </pc:graphicFrameChg>
        <pc:inkChg chg="add del">
          <ac:chgData name="Grant Boydell" userId="96237564-b208-4431-957c-9be33e290235" providerId="ADAL" clId="{A3815C52-CC60-0C4F-B908-521D302B56C5}" dt="2025-12-01T06:48:06.437" v="4822" actId="9405"/>
          <ac:inkMkLst>
            <pc:docMk/>
            <pc:sldMk cId="847908977" sldId="259"/>
            <ac:inkMk id="25" creationId="{1DC8AA79-72A6-8525-E598-B7E346FFFF70}"/>
          </ac:inkMkLst>
        </pc:inkChg>
        <pc:cxnChg chg="add mod">
          <ac:chgData name="Grant Boydell" userId="96237564-b208-4431-957c-9be33e290235" providerId="ADAL" clId="{A3815C52-CC60-0C4F-B908-521D302B56C5}" dt="2025-12-01T06:49:09.764" v="4829" actId="14100"/>
          <ac:cxnSpMkLst>
            <pc:docMk/>
            <pc:sldMk cId="847908977" sldId="259"/>
            <ac:cxnSpMk id="27" creationId="{418D1252-90BD-A5C4-B597-A36BD0777B03}"/>
          </ac:cxnSpMkLst>
        </pc:cxnChg>
      </pc:sldChg>
    </pc:docChg>
  </pc:docChgLst>
  <pc:docChgLst>
    <pc:chgData name="Grant Boydell" userId="S::grantboydell@personalmicrosoftsoftware.ucla.edu::96237564-b208-4431-957c-9be33e290235" providerId="AD" clId="Web-{64C913FE-7DD2-6408-0B3C-0CE698E4AC5D}"/>
    <pc:docChg chg="modSld addMainMaster delMainMaster">
      <pc:chgData name="Grant Boydell" userId="S::grantboydell@personalmicrosoftsoftware.ucla.edu::96237564-b208-4431-957c-9be33e290235" providerId="AD" clId="Web-{64C913FE-7DD2-6408-0B3C-0CE698E4AC5D}" dt="2025-11-29T22:20:06.421" v="28"/>
      <pc:docMkLst>
        <pc:docMk/>
      </pc:docMkLst>
      <pc:sldChg chg="addSp modSp mod setBg modClrScheme chgLayout">
        <pc:chgData name="Grant Boydell" userId="S::grantboydell@personalmicrosoftsoftware.ucla.edu::96237564-b208-4431-957c-9be33e290235" providerId="AD" clId="Web-{64C913FE-7DD2-6408-0B3C-0CE698E4AC5D}" dt="2025-11-29T22:20:06.421" v="28"/>
        <pc:sldMkLst>
          <pc:docMk/>
          <pc:sldMk cId="109857222" sldId="256"/>
        </pc:sldMkLst>
        <pc:spChg chg="mod">
          <ac:chgData name="Grant Boydell" userId="S::grantboydell@personalmicrosoftsoftware.ucla.edu::96237564-b208-4431-957c-9be33e290235" providerId="AD" clId="Web-{64C913FE-7DD2-6408-0B3C-0CE698E4AC5D}" dt="2025-11-29T22:18:49.231" v="18" actId="20577"/>
          <ac:spMkLst>
            <pc:docMk/>
            <pc:sldMk cId="109857222" sldId="256"/>
            <ac:spMk id="2" creationId="{00000000-0000-0000-0000-000000000000}"/>
          </ac:spMkLst>
        </pc:spChg>
        <pc:spChg chg="mod">
          <ac:chgData name="Grant Boydell" userId="S::grantboydell@personalmicrosoftsoftware.ucla.edu::96237564-b208-4431-957c-9be33e290235" providerId="AD" clId="Web-{64C913FE-7DD2-6408-0B3C-0CE698E4AC5D}" dt="2025-11-29T22:18:56.794" v="24" actId="20577"/>
          <ac:spMkLst>
            <pc:docMk/>
            <pc:sldMk cId="109857222" sldId="256"/>
            <ac:spMk id="3" creationId="{00000000-0000-0000-0000-000000000000}"/>
          </ac:spMkLst>
        </pc:spChg>
        <pc:spChg chg="add">
          <ac:chgData name="Grant Boydell" userId="S::grantboydell@personalmicrosoftsoftware.ucla.edu::96237564-b208-4431-957c-9be33e290235" providerId="AD" clId="Web-{64C913FE-7DD2-6408-0B3C-0CE698E4AC5D}" dt="2025-11-29T22:18:18.636" v="0"/>
          <ac:spMkLst>
            <pc:docMk/>
            <pc:sldMk cId="109857222" sldId="256"/>
            <ac:spMk id="9" creationId="{0EECA69B-4C2A-7F31-8019-E90DB3BD49CB}"/>
          </ac:spMkLst>
        </pc:spChg>
        <pc:spChg chg="add">
          <ac:chgData name="Grant Boydell" userId="S::grantboydell@personalmicrosoftsoftware.ucla.edu::96237564-b208-4431-957c-9be33e290235" providerId="AD" clId="Web-{64C913FE-7DD2-6408-0B3C-0CE698E4AC5D}" dt="2025-11-29T22:18:18.636" v="0"/>
          <ac:spMkLst>
            <pc:docMk/>
            <pc:sldMk cId="109857222" sldId="256"/>
            <ac:spMk id="11" creationId="{857DEAC1-B3AA-6569-0A44-A191DF2F3C67}"/>
          </ac:spMkLst>
        </pc:spChg>
        <pc:picChg chg="add">
          <ac:chgData name="Grant Boydell" userId="S::grantboydell@personalmicrosoftsoftware.ucla.edu::96237564-b208-4431-957c-9be33e290235" providerId="AD" clId="Web-{64C913FE-7DD2-6408-0B3C-0CE698E4AC5D}" dt="2025-11-29T22:18:18.636" v="0"/>
          <ac:picMkLst>
            <pc:docMk/>
            <pc:sldMk cId="109857222" sldId="256"/>
            <ac:picMk id="4" creationId="{FCD4A4BF-9236-3CF0-60BD-1EEB949BA405}"/>
          </ac:picMkLst>
        </pc:picChg>
        <pc:picChg chg="add mod">
          <ac:chgData name="Grant Boydell" userId="S::grantboydell@personalmicrosoftsoftware.ucla.edu::96237564-b208-4431-957c-9be33e290235" providerId="AD" clId="Web-{64C913FE-7DD2-6408-0B3C-0CE698E4AC5D}" dt="2025-11-29T22:20:06.405" v="26"/>
          <ac:picMkLst>
            <pc:docMk/>
            <pc:sldMk cId="109857222" sldId="256"/>
            <ac:picMk id="5" creationId="{3E86328D-9BF1-2795-E5DB-198F850883DB}"/>
          </ac:picMkLst>
        </pc:picChg>
      </pc:sldChg>
      <pc:sldMasterChg chg="add addSldLayout">
        <pc:chgData name="Grant Boydell" userId="S::grantboydell@personalmicrosoftsoftware.ucla.edu::96237564-b208-4431-957c-9be33e290235" providerId="AD" clId="Web-{64C913FE-7DD2-6408-0B3C-0CE698E4AC5D}" dt="2025-11-29T22:18:18.636" v="0"/>
        <pc:sldMasterMkLst>
          <pc:docMk/>
          <pc:sldMasterMk cId="1852771918" sldId="2147483721"/>
        </pc:sldMasterMkLst>
        <pc:sldLayoutChg chg="add">
          <pc:chgData name="Grant Boydell" userId="S::grantboydell@personalmicrosoftsoftware.ucla.edu::96237564-b208-4431-957c-9be33e290235" providerId="AD" clId="Web-{64C913FE-7DD2-6408-0B3C-0CE698E4AC5D}" dt="2025-11-29T22:18:18.636" v="0"/>
          <pc:sldLayoutMkLst>
            <pc:docMk/>
            <pc:sldMasterMk cId="1852771918" sldId="2147483721"/>
            <pc:sldLayoutMk cId="2801290312" sldId="2147483710"/>
          </pc:sldLayoutMkLst>
        </pc:sldLayoutChg>
        <pc:sldLayoutChg chg="add">
          <pc:chgData name="Grant Boydell" userId="S::grantboydell@personalmicrosoftsoftware.ucla.edu::96237564-b208-4431-957c-9be33e290235" providerId="AD" clId="Web-{64C913FE-7DD2-6408-0B3C-0CE698E4AC5D}" dt="2025-11-29T22:18:18.636" v="0"/>
          <pc:sldLayoutMkLst>
            <pc:docMk/>
            <pc:sldMasterMk cId="1852771918" sldId="2147483721"/>
            <pc:sldLayoutMk cId="2811527488" sldId="2147483711"/>
          </pc:sldLayoutMkLst>
        </pc:sldLayoutChg>
        <pc:sldLayoutChg chg="add">
          <pc:chgData name="Grant Boydell" userId="S::grantboydell@personalmicrosoftsoftware.ucla.edu::96237564-b208-4431-957c-9be33e290235" providerId="AD" clId="Web-{64C913FE-7DD2-6408-0B3C-0CE698E4AC5D}" dt="2025-11-29T22:18:18.636" v="0"/>
          <pc:sldLayoutMkLst>
            <pc:docMk/>
            <pc:sldMasterMk cId="1852771918" sldId="2147483721"/>
            <pc:sldLayoutMk cId="1410988951" sldId="2147483712"/>
          </pc:sldLayoutMkLst>
        </pc:sldLayoutChg>
        <pc:sldLayoutChg chg="add">
          <pc:chgData name="Grant Boydell" userId="S::grantboydell@personalmicrosoftsoftware.ucla.edu::96237564-b208-4431-957c-9be33e290235" providerId="AD" clId="Web-{64C913FE-7DD2-6408-0B3C-0CE698E4AC5D}" dt="2025-11-29T22:18:18.636" v="0"/>
          <pc:sldLayoutMkLst>
            <pc:docMk/>
            <pc:sldMasterMk cId="1852771918" sldId="2147483721"/>
            <pc:sldLayoutMk cId="3481326632" sldId="2147483713"/>
          </pc:sldLayoutMkLst>
        </pc:sldLayoutChg>
        <pc:sldLayoutChg chg="add">
          <pc:chgData name="Grant Boydell" userId="S::grantboydell@personalmicrosoftsoftware.ucla.edu::96237564-b208-4431-957c-9be33e290235" providerId="AD" clId="Web-{64C913FE-7DD2-6408-0B3C-0CE698E4AC5D}" dt="2025-11-29T22:18:18.636" v="0"/>
          <pc:sldLayoutMkLst>
            <pc:docMk/>
            <pc:sldMasterMk cId="1852771918" sldId="2147483721"/>
            <pc:sldLayoutMk cId="3368391226" sldId="2147483714"/>
          </pc:sldLayoutMkLst>
        </pc:sldLayoutChg>
        <pc:sldLayoutChg chg="add">
          <pc:chgData name="Grant Boydell" userId="S::grantboydell@personalmicrosoftsoftware.ucla.edu::96237564-b208-4431-957c-9be33e290235" providerId="AD" clId="Web-{64C913FE-7DD2-6408-0B3C-0CE698E4AC5D}" dt="2025-11-29T22:18:18.636" v="0"/>
          <pc:sldLayoutMkLst>
            <pc:docMk/>
            <pc:sldMasterMk cId="1852771918" sldId="2147483721"/>
            <pc:sldLayoutMk cId="1608702948" sldId="2147483715"/>
          </pc:sldLayoutMkLst>
        </pc:sldLayoutChg>
        <pc:sldLayoutChg chg="add">
          <pc:chgData name="Grant Boydell" userId="S::grantboydell@personalmicrosoftsoftware.ucla.edu::96237564-b208-4431-957c-9be33e290235" providerId="AD" clId="Web-{64C913FE-7DD2-6408-0B3C-0CE698E4AC5D}" dt="2025-11-29T22:18:18.636" v="0"/>
          <pc:sldLayoutMkLst>
            <pc:docMk/>
            <pc:sldMasterMk cId="1852771918" sldId="2147483721"/>
            <pc:sldLayoutMk cId="3259302854" sldId="2147483716"/>
          </pc:sldLayoutMkLst>
        </pc:sldLayoutChg>
        <pc:sldLayoutChg chg="add">
          <pc:chgData name="Grant Boydell" userId="S::grantboydell@personalmicrosoftsoftware.ucla.edu::96237564-b208-4431-957c-9be33e290235" providerId="AD" clId="Web-{64C913FE-7DD2-6408-0B3C-0CE698E4AC5D}" dt="2025-11-29T22:18:18.636" v="0"/>
          <pc:sldLayoutMkLst>
            <pc:docMk/>
            <pc:sldMasterMk cId="1852771918" sldId="2147483721"/>
            <pc:sldLayoutMk cId="1985931677" sldId="2147483717"/>
          </pc:sldLayoutMkLst>
        </pc:sldLayoutChg>
        <pc:sldLayoutChg chg="add">
          <pc:chgData name="Grant Boydell" userId="S::grantboydell@personalmicrosoftsoftware.ucla.edu::96237564-b208-4431-957c-9be33e290235" providerId="AD" clId="Web-{64C913FE-7DD2-6408-0B3C-0CE698E4AC5D}" dt="2025-11-29T22:18:18.636" v="0"/>
          <pc:sldLayoutMkLst>
            <pc:docMk/>
            <pc:sldMasterMk cId="1852771918" sldId="2147483721"/>
            <pc:sldLayoutMk cId="879706242" sldId="2147483718"/>
          </pc:sldLayoutMkLst>
        </pc:sldLayoutChg>
        <pc:sldLayoutChg chg="add">
          <pc:chgData name="Grant Boydell" userId="S::grantboydell@personalmicrosoftsoftware.ucla.edu::96237564-b208-4431-957c-9be33e290235" providerId="AD" clId="Web-{64C913FE-7DD2-6408-0B3C-0CE698E4AC5D}" dt="2025-11-29T22:18:18.636" v="0"/>
          <pc:sldLayoutMkLst>
            <pc:docMk/>
            <pc:sldMasterMk cId="1852771918" sldId="2147483721"/>
            <pc:sldLayoutMk cId="1667637830" sldId="2147483719"/>
          </pc:sldLayoutMkLst>
        </pc:sldLayoutChg>
        <pc:sldLayoutChg chg="add">
          <pc:chgData name="Grant Boydell" userId="S::grantboydell@personalmicrosoftsoftware.ucla.edu::96237564-b208-4431-957c-9be33e290235" providerId="AD" clId="Web-{64C913FE-7DD2-6408-0B3C-0CE698E4AC5D}" dt="2025-11-29T22:18:18.636" v="0"/>
          <pc:sldLayoutMkLst>
            <pc:docMk/>
            <pc:sldMasterMk cId="1852771918" sldId="2147483721"/>
            <pc:sldLayoutMk cId="4249094761" sldId="2147483720"/>
          </pc:sldLayoutMkLst>
        </pc:sldLayoutChg>
      </pc:sldMasterChg>
    </pc:docChg>
  </pc:docChgLst>
</pc:chgInfo>
</file>

<file path=ppt/comments/modernComment_101_68DCD6DC.xml><?xml version="1.0" encoding="utf-8"?>
<p188:cmLst xmlns:a="http://schemas.openxmlformats.org/drawingml/2006/main" xmlns:r="http://schemas.openxmlformats.org/officeDocument/2006/relationships" xmlns:p188="http://schemas.microsoft.com/office/powerpoint/2018/8/main">
  <p188:cm id="{0F2F6883-7C8B-4FA2-8109-F6C782923869}" authorId="{2C62C2F9-800E-502C-0BAD-E85BE6050D43}" status="resolved" created="2025-12-01T02:09:25.650" complete="100000">
    <pc:sldMkLst xmlns:pc="http://schemas.microsoft.com/office/powerpoint/2013/main/command">
      <pc:docMk/>
      <pc:sldMk cId="1759303388" sldId="257"/>
    </pc:sldMkLst>
    <p188:txBody>
      <a:bodyPr/>
      <a:lstStyle/>
      <a:p>
        <a:r>
          <a:rPr lang="en-US"/>
          <a:t>You could probably combine bullets 1, 2, and 3; and shorten. Allows more room for explaining importance of rank variables (although I know you'll talk about feature selection with your words)</a:t>
        </a:r>
      </a:p>
    </p188:txBody>
  </p188:cm>
  <p188:cm id="{C822AF88-18D6-4535-BEDE-DD44373DD991}" authorId="{2C62C2F9-800E-502C-0BAD-E85BE6050D43}" status="resolved" created="2025-12-01T02:12:53.664" complete="100000">
    <pc:sldMkLst xmlns:pc="http://schemas.microsoft.com/office/powerpoint/2013/main/command">
      <pc:docMk/>
      <pc:sldMk cId="1759303388" sldId="257"/>
    </pc:sldMkLst>
    <p188:txBody>
      <a:bodyPr/>
      <a:lstStyle/>
      <a:p>
        <a:r>
          <a:rPr lang="en-US"/>
          <a:t>Maybe new comment for table (if you like it): Average ROTY Rank: Stratified by Year</a:t>
        </a:r>
      </a:p>
    </p188:txBody>
  </p188:cm>
</p188:cmLst>
</file>

<file path=ppt/comments/modernComment_102_3CEE112E.xml><?xml version="1.0" encoding="utf-8"?>
<p188:cmLst xmlns:a="http://schemas.openxmlformats.org/drawingml/2006/main" xmlns:r="http://schemas.openxmlformats.org/officeDocument/2006/relationships" xmlns:p188="http://schemas.microsoft.com/office/powerpoint/2018/8/main">
  <p188:cm id="{361F59C6-4642-4FA0-9D32-60A9E4510BFC}" authorId="{2C62C2F9-800E-502C-0BAD-E85BE6050D43}" status="resolved" created="2025-12-01T02:14:22.246" complete="100000">
    <pc:sldMkLst xmlns:pc="http://schemas.microsoft.com/office/powerpoint/2013/main/command">
      <pc:docMk/>
      <pc:sldMk cId="1022234926" sldId="258"/>
    </pc:sldMkLst>
    <p188:replyLst>
      <p188:reply id="{D09E4B2C-AD25-4FDE-9DAB-74C05476D835}" authorId="{2C62C2F9-800E-502C-0BAD-E85BE6050D43}" created="2025-12-01T02:18:31.294">
        <p188:txBody>
          <a:bodyPr/>
          <a:lstStyle/>
          <a:p>
            <a:r>
              <a:rPr lang="en-US"/>
              <a:t>This will help make bullets shorter too</a:t>
            </a:r>
          </a:p>
        </p188:txBody>
      </p188:reply>
      <p188:reply id="{069444CA-231D-4E7B-AD58-BDB350FC8731}" authorId="{2C62C2F9-800E-502C-0BAD-E85BE6050D43}" created="2025-12-01T02:18:58.593">
        <p188:txBody>
          <a:bodyPr/>
          <a:lstStyle/>
          <a:p>
            <a:r>
              <a:rPr lang="en-US"/>
              <a:t>Can make visuals bigger and easier to see; that should be the focus of the page</a:t>
            </a:r>
          </a:p>
        </p188:txBody>
      </p188:reply>
    </p188:replyLst>
    <p188:txBody>
      <a:bodyPr/>
      <a:lstStyle/>
      <a:p>
        <a:r>
          <a:rPr lang="en-US"/>
          <a:t>Try to avoid using "I", I don't think bullets need to be full sentences so you could start it like "Logistic regression model used to ..."</a:t>
        </a:r>
      </a:p>
    </p188:txBody>
  </p188:cm>
  <p188:cm id="{193CD05E-7254-443D-93EA-AEAEA491ADBA}" authorId="{2C62C2F9-800E-502C-0BAD-E85BE6050D43}" status="resolved" created="2025-12-01T02:16:00.266" complete="100000">
    <pc:sldMkLst xmlns:pc="http://schemas.microsoft.com/office/powerpoint/2013/main/command">
      <pc:docMk/>
      <pc:sldMk cId="1022234926" sldId="258"/>
    </pc:sldMkLst>
    <p188:txBody>
      <a:bodyPr/>
      <a:lstStyle/>
      <a:p>
        <a:r>
          <a:rPr lang="en-US"/>
          <a:t>I think mentioning what exactly model is "better fitting" means from a statistical standpoint would be effect; still keep it simple</a:t>
        </a:r>
      </a:p>
    </p188:txBody>
  </p188:cm>
</p188:cmLst>
</file>

<file path=ppt/comments/modernComment_103_328A1071.xml><?xml version="1.0" encoding="utf-8"?>
<p188:cmLst xmlns:a="http://schemas.openxmlformats.org/drawingml/2006/main" xmlns:r="http://schemas.openxmlformats.org/officeDocument/2006/relationships" xmlns:p188="http://schemas.microsoft.com/office/powerpoint/2018/8/main">
  <p188:cm id="{706674E3-4BBF-46EC-A058-A48A274A92D0}" authorId="{2C62C2F9-800E-502C-0BAD-E85BE6050D43}" status="resolved" created="2025-12-01T02:16:35.769" complete="100000">
    <pc:sldMkLst xmlns:pc="http://schemas.microsoft.com/office/powerpoint/2013/main/command">
      <pc:docMk/>
      <pc:sldMk cId="847908977" sldId="259"/>
    </pc:sldMkLst>
    <p188:txBody>
      <a:bodyPr/>
      <a:lstStyle/>
      <a:p>
        <a:r>
          <a:rPr lang="en-US"/>
          <a:t>A note explaining your train/test split would be helpful</a:t>
        </a:r>
      </a:p>
    </p188:txBody>
  </p188:cm>
  <p188:cm id="{B7787A69-10AA-4431-A43A-A2A7BFA02541}" authorId="{2C62C2F9-800E-502C-0BAD-E85BE6050D43}" status="resolved" created="2025-12-01T02:17:18.211" complete="100000">
    <pc:sldMkLst xmlns:pc="http://schemas.microsoft.com/office/powerpoint/2013/main/command">
      <pc:docMk/>
      <pc:sldMk cId="847908977" sldId="259"/>
    </pc:sldMkLst>
    <p188:txBody>
      <a:bodyPr/>
      <a:lstStyle/>
      <a:p>
        <a:r>
          <a:rPr lang="en-US"/>
          <a:t>Add line between 24-25 (test set) and 25-26 tables (application)</a:t>
        </a:r>
      </a:p>
    </p188:txBody>
  </p188:cm>
  <p188:cm id="{8B013AC7-5558-4E9E-BEC9-2789B79698D6}" authorId="{2C62C2F9-800E-502C-0BAD-E85BE6050D43}" status="resolved" created="2025-12-01T02:18:08.840" complete="100000">
    <pc:sldMkLst xmlns:pc="http://schemas.microsoft.com/office/powerpoint/2013/main/command">
      <pc:docMk/>
      <pc:sldMk cId="847908977" sldId="259"/>
    </pc:sldMkLst>
    <p188:txBody>
      <a:bodyPr/>
      <a:lstStyle/>
      <a:p>
        <a:r>
          <a:rPr lang="en-US"/>
          <a:t>Move model R^2 under the appropriate year; maybe add AIC and residual deviance too since you talked about those on previous slides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F8176B-CEEF-43AD-8CF4-8C4E94B55A98}" type="datetimeFigureOut">
              <a:t>12/1/25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B68E13-469D-464C-BF00-B38666AFCF3E}" type="slidenum">
              <a:t>‹#›</a:t>
            </a:fld>
            <a:endParaRPr lang="en-US"/>
          </a:p>
        </p:txBody>
      </p:sp>
    </p:spTree>
    <p:extLst>
      <p:ext uri="{BB962C8B-B14F-4D97-AF65-F5344CB8AC3E}">
        <p14:creationId xmlns:p14="http://schemas.microsoft.com/office/powerpoint/2010/main" val="2089788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Quick introduction on yourself: 20 secs</a:t>
            </a:r>
          </a:p>
        </p:txBody>
      </p:sp>
      <p:sp>
        <p:nvSpPr>
          <p:cNvPr id="4" name="Slide Number Placeholder 3"/>
          <p:cNvSpPr>
            <a:spLocks noGrp="1"/>
          </p:cNvSpPr>
          <p:nvPr>
            <p:ph type="sldNum" sz="quarter" idx="5"/>
          </p:nvPr>
        </p:nvSpPr>
        <p:spPr/>
        <p:txBody>
          <a:bodyPr/>
          <a:lstStyle/>
          <a:p>
            <a:fld id="{08B68E13-469D-464C-BF00-B38666AFCF3E}" type="slidenum">
              <a:t>1</a:t>
            </a:fld>
            <a:endParaRPr lang="en-US"/>
          </a:p>
        </p:txBody>
      </p:sp>
    </p:spTree>
    <p:extLst>
      <p:ext uri="{BB962C8B-B14F-4D97-AF65-F5344CB8AC3E}">
        <p14:creationId xmlns:p14="http://schemas.microsoft.com/office/powerpoint/2010/main" val="1763335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Things to highlight: 1) feature selection of rank variables -&gt; has the effect of stratifying/standardizing analysis across years (thus accounting for changes in play style/basketball over time, etc.)</a:t>
            </a:r>
          </a:p>
          <a:p>
            <a:r>
              <a:rPr lang="en-US">
                <a:ea typeface="Calibri"/>
                <a:cs typeface="Calibri"/>
              </a:rPr>
              <a:t>2) Exploratory analysis fueled your own feature selection process</a:t>
            </a:r>
          </a:p>
        </p:txBody>
      </p:sp>
      <p:sp>
        <p:nvSpPr>
          <p:cNvPr id="4" name="Slide Number Placeholder 3"/>
          <p:cNvSpPr>
            <a:spLocks noGrp="1"/>
          </p:cNvSpPr>
          <p:nvPr>
            <p:ph type="sldNum" sz="quarter" idx="5"/>
          </p:nvPr>
        </p:nvSpPr>
        <p:spPr/>
        <p:txBody>
          <a:bodyPr/>
          <a:lstStyle/>
          <a:p>
            <a:fld id="{08B68E13-469D-464C-BF00-B38666AFCF3E}" type="slidenum">
              <a:t>2</a:t>
            </a:fld>
            <a:endParaRPr lang="en-US"/>
          </a:p>
        </p:txBody>
      </p:sp>
    </p:spTree>
    <p:extLst>
      <p:ext uri="{BB962C8B-B14F-4D97-AF65-F5344CB8AC3E}">
        <p14:creationId xmlns:p14="http://schemas.microsoft.com/office/powerpoint/2010/main" val="2088488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Things to highlight: 1) Decision criteria of residuals deviance and AIC (penalizing model complexity)</a:t>
            </a:r>
          </a:p>
        </p:txBody>
      </p:sp>
      <p:sp>
        <p:nvSpPr>
          <p:cNvPr id="4" name="Slide Number Placeholder 3"/>
          <p:cNvSpPr>
            <a:spLocks noGrp="1"/>
          </p:cNvSpPr>
          <p:nvPr>
            <p:ph type="sldNum" sz="quarter" idx="5"/>
          </p:nvPr>
        </p:nvSpPr>
        <p:spPr/>
        <p:txBody>
          <a:bodyPr/>
          <a:lstStyle/>
          <a:p>
            <a:fld id="{08B68E13-469D-464C-BF00-B38666AFCF3E}" type="slidenum">
              <a:t>3</a:t>
            </a:fld>
            <a:endParaRPr lang="en-US"/>
          </a:p>
        </p:txBody>
      </p:sp>
    </p:spTree>
    <p:extLst>
      <p:ext uri="{BB962C8B-B14F-4D97-AF65-F5344CB8AC3E}">
        <p14:creationId xmlns:p14="http://schemas.microsoft.com/office/powerpoint/2010/main" val="1846287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Things to highlight: 1) train and test split --&gt; why you chose to test with most recent years (mimics applying model for prediction in current/future years)</a:t>
            </a:r>
          </a:p>
          <a:p>
            <a:r>
              <a:rPr lang="en-US">
                <a:ea typeface="Calibri"/>
                <a:cs typeface="Calibri"/>
              </a:rPr>
              <a:t>2) "accuracy" for last 3 years when you set the threshold for classification to just be the highest probability entry</a:t>
            </a:r>
          </a:p>
        </p:txBody>
      </p:sp>
      <p:sp>
        <p:nvSpPr>
          <p:cNvPr id="4" name="Slide Number Placeholder 3"/>
          <p:cNvSpPr>
            <a:spLocks noGrp="1"/>
          </p:cNvSpPr>
          <p:nvPr>
            <p:ph type="sldNum" sz="quarter" idx="5"/>
          </p:nvPr>
        </p:nvSpPr>
        <p:spPr/>
        <p:txBody>
          <a:bodyPr/>
          <a:lstStyle/>
          <a:p>
            <a:fld id="{08B68E13-469D-464C-BF00-B38666AFCF3E}" type="slidenum">
              <a:rPr lang="en-US"/>
              <a:t>4</a:t>
            </a:fld>
            <a:endParaRPr lang="en-US"/>
          </a:p>
        </p:txBody>
      </p:sp>
    </p:spTree>
    <p:extLst>
      <p:ext uri="{BB962C8B-B14F-4D97-AF65-F5344CB8AC3E}">
        <p14:creationId xmlns:p14="http://schemas.microsoft.com/office/powerpoint/2010/main" val="2397030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11/29/25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59302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11/29/25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85931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11/29/25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9706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11/29/25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67637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11/29/25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49094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11/29/25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68391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11/29/25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01290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11/29/25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11527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11/29/25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10988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11/29/25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81326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11/29/25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8702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11/29/25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52771918"/>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14" r:id="rId6"/>
    <p:sldLayoutId id="2147483710" r:id="rId7"/>
    <p:sldLayoutId id="2147483711" r:id="rId8"/>
    <p:sldLayoutId id="2147483712" r:id="rId9"/>
    <p:sldLayoutId id="2147483713" r:id="rId10"/>
    <p:sldLayoutId id="2147483715"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www.pngall.com/nba-png"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68DCD6DC.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3CEE112E.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328A1071.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Hexagonal background with blue neon lights">
            <a:extLst>
              <a:ext uri="{FF2B5EF4-FFF2-40B4-BE49-F238E27FC236}">
                <a16:creationId xmlns:a16="http://schemas.microsoft.com/office/drawing/2014/main" id="{FCD4A4BF-9236-3CF0-60BD-1EEB949BA405}"/>
              </a:ext>
            </a:extLst>
          </p:cNvPr>
          <p:cNvPicPr>
            <a:picLocks noChangeAspect="1"/>
          </p:cNvPicPr>
          <p:nvPr/>
        </p:nvPicPr>
        <p:blipFill>
          <a:blip r:embed="rId3"/>
          <a:srcRect l="132" t="9092" r="8953" b="-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p:cNvSpPr>
            <a:spLocks noGrp="1"/>
          </p:cNvSpPr>
          <p:nvPr>
            <p:ph type="ctrTitle"/>
          </p:nvPr>
        </p:nvSpPr>
        <p:spPr>
          <a:xfrm>
            <a:off x="320039" y="5739969"/>
            <a:ext cx="8178501" cy="960120"/>
          </a:xfrm>
          <a:ln>
            <a:noFill/>
          </a:ln>
        </p:spPr>
        <p:txBody>
          <a:bodyPr anchor="ctr">
            <a:noAutofit/>
          </a:bodyPr>
          <a:lstStyle/>
          <a:p>
            <a:r>
              <a:rPr lang="en-US" sz="3200" dirty="0"/>
              <a:t>NBA Future Analytics Stars Exercise</a:t>
            </a:r>
            <a:br>
              <a:rPr lang="en-US" sz="3200" dirty="0"/>
            </a:br>
            <a:r>
              <a:rPr lang="en-US" sz="3200" dirty="0"/>
              <a:t>2025-26 ROTY Prediction</a:t>
            </a:r>
          </a:p>
        </p:txBody>
      </p:sp>
      <p:sp>
        <p:nvSpPr>
          <p:cNvPr id="3" name="Subtitle 2"/>
          <p:cNvSpPr>
            <a:spLocks noGrp="1"/>
          </p:cNvSpPr>
          <p:nvPr>
            <p:ph type="subTitle" idx="1"/>
          </p:nvPr>
        </p:nvSpPr>
        <p:spPr>
          <a:xfrm>
            <a:off x="8387975" y="5657419"/>
            <a:ext cx="3634709" cy="1125220"/>
          </a:xfrm>
        </p:spPr>
        <p:txBody>
          <a:bodyPr anchor="ctr">
            <a:normAutofit/>
          </a:bodyPr>
          <a:lstStyle/>
          <a:p>
            <a:pPr algn="r">
              <a:lnSpc>
                <a:spcPct val="120000"/>
              </a:lnSpc>
            </a:pPr>
            <a:r>
              <a:rPr lang="en-US" sz="1400"/>
              <a:t>By: Grant Boydell </a:t>
            </a:r>
          </a:p>
          <a:p>
            <a:pPr algn="r">
              <a:lnSpc>
                <a:spcPct val="120000"/>
              </a:lnSpc>
            </a:pPr>
            <a:r>
              <a:rPr lang="en-US" sz="1400"/>
              <a:t>UCLA, Class of 2027</a:t>
            </a:r>
          </a:p>
          <a:p>
            <a:pPr algn="r">
              <a:lnSpc>
                <a:spcPct val="120000"/>
              </a:lnSpc>
            </a:pPr>
            <a:r>
              <a:rPr lang="en-US" sz="1400"/>
              <a:t>Economics, Statistics/Data Science </a:t>
            </a:r>
          </a:p>
        </p:txBody>
      </p:sp>
      <p:pic>
        <p:nvPicPr>
          <p:cNvPr id="5" name="Picture 4" descr="A basketball player with a ball&#10;&#10;AI-generated content may be incorrect.">
            <a:extLst>
              <a:ext uri="{FF2B5EF4-FFF2-40B4-BE49-F238E27FC236}">
                <a16:creationId xmlns:a16="http://schemas.microsoft.com/office/drawing/2014/main" id="{3E86328D-9BF1-2795-E5DB-198F850883DB}"/>
              </a:ext>
            </a:extLst>
          </p:cNvPr>
          <p:cNvPicPr>
            <a:picLocks noChangeAspect="1"/>
          </p:cNvPicPr>
          <p:nvPr/>
        </p:nvPicPr>
        <p:blipFill>
          <a:blip r:embed="rId4">
            <a:extLst>
              <a:ext uri="{837473B0-CC2E-450A-ABE3-18F120FF3D39}">
                <a1611:picAttrSrcUrl xmlns:a1611="http://schemas.microsoft.com/office/drawing/2016/11/main" r:id="rId5"/>
              </a:ext>
            </a:extLst>
          </a:blip>
          <a:srcRect r="62916"/>
          <a:stretch/>
        </p:blipFill>
        <p:spPr>
          <a:xfrm>
            <a:off x="5125793" y="607594"/>
            <a:ext cx="1940412" cy="4362652"/>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0CA10-3625-BDF6-2A46-E88850FA95E8}"/>
              </a:ext>
            </a:extLst>
          </p:cNvPr>
          <p:cNvSpPr>
            <a:spLocks noGrp="1"/>
          </p:cNvSpPr>
          <p:nvPr>
            <p:ph type="title"/>
          </p:nvPr>
        </p:nvSpPr>
        <p:spPr/>
        <p:txBody>
          <a:bodyPr/>
          <a:lstStyle/>
          <a:p>
            <a:r>
              <a:rPr lang="en-US" dirty="0"/>
              <a:t>Data Acquisition and Cleaning</a:t>
            </a:r>
          </a:p>
        </p:txBody>
      </p:sp>
      <p:sp>
        <p:nvSpPr>
          <p:cNvPr id="3" name="Content Placeholder 2">
            <a:extLst>
              <a:ext uri="{FF2B5EF4-FFF2-40B4-BE49-F238E27FC236}">
                <a16:creationId xmlns:a16="http://schemas.microsoft.com/office/drawing/2014/main" id="{CFBE360C-FFC3-7FAE-E99C-6FAF7AC69806}"/>
              </a:ext>
            </a:extLst>
          </p:cNvPr>
          <p:cNvSpPr>
            <a:spLocks noGrp="1"/>
          </p:cNvSpPr>
          <p:nvPr>
            <p:ph idx="1"/>
          </p:nvPr>
        </p:nvSpPr>
        <p:spPr>
          <a:xfrm>
            <a:off x="301649" y="2020149"/>
            <a:ext cx="7662672" cy="4041651"/>
          </a:xfrm>
        </p:spPr>
        <p:txBody>
          <a:bodyPr vert="horz" lIns="91440" tIns="45720" rIns="91440" bIns="45720" rtlCol="0" anchor="t">
            <a:normAutofit lnSpcReduction="10000"/>
          </a:bodyPr>
          <a:lstStyle/>
          <a:p>
            <a:r>
              <a:rPr lang="en-US" dirty="0"/>
              <a:t>All player data was obtaining from the </a:t>
            </a:r>
            <a:r>
              <a:rPr lang="en-US" b="1" dirty="0" err="1"/>
              <a:t>hoopR</a:t>
            </a:r>
            <a:r>
              <a:rPr lang="en-US" dirty="0"/>
              <a:t> package, looping through seasons using the </a:t>
            </a:r>
            <a:r>
              <a:rPr lang="en-US" dirty="0" err="1"/>
              <a:t>nba_leaguedashplayerstats</a:t>
            </a:r>
            <a:r>
              <a:rPr lang="en-US" dirty="0"/>
              <a:t>() function with </a:t>
            </a:r>
            <a:r>
              <a:rPr lang="en-US" dirty="0" err="1"/>
              <a:t>player_experience</a:t>
            </a:r>
            <a:r>
              <a:rPr lang="en-US" dirty="0"/>
              <a:t> = “Rookie”  to extract basic and advanced rookie statistics</a:t>
            </a:r>
          </a:p>
          <a:p>
            <a:r>
              <a:rPr lang="en-US" dirty="0"/>
              <a:t>Joined these two </a:t>
            </a:r>
            <a:r>
              <a:rPr lang="en-US" dirty="0" err="1"/>
              <a:t>dataframes</a:t>
            </a:r>
            <a:r>
              <a:rPr lang="en-US" dirty="0"/>
              <a:t> to access over 100 variables for modeling and added a column to indicate if that player won the rookie of the year award (1 = win, 0 = did not win).</a:t>
            </a:r>
          </a:p>
          <a:p>
            <a:r>
              <a:rPr lang="en-US" dirty="0"/>
              <a:t>Recognized the importance of feature engineering variables like season ranks for each statistic to standardize across seasons. This allowed for adjustment to abnormal years and/or overall changes in the game.</a:t>
            </a:r>
          </a:p>
          <a:p>
            <a:r>
              <a:rPr lang="en-US" dirty="0"/>
              <a:t>Conducted exploratory analysis and found which variables past ROTY winners ranked highly in, to get a list of beginning variables for modeling.</a:t>
            </a:r>
          </a:p>
          <a:p>
            <a:endParaRPr lang="en-US" dirty="0"/>
          </a:p>
          <a:p>
            <a:endParaRPr lang="en-US" dirty="0"/>
          </a:p>
        </p:txBody>
      </p:sp>
      <p:graphicFrame>
        <p:nvGraphicFramePr>
          <p:cNvPr id="5" name="Table 4">
            <a:extLst>
              <a:ext uri="{FF2B5EF4-FFF2-40B4-BE49-F238E27FC236}">
                <a16:creationId xmlns:a16="http://schemas.microsoft.com/office/drawing/2014/main" id="{455E8A98-8751-BC9A-39E7-B6A2E5523EA9}"/>
              </a:ext>
            </a:extLst>
          </p:cNvPr>
          <p:cNvGraphicFramePr>
            <a:graphicFrameLocks noGrp="1"/>
          </p:cNvGraphicFramePr>
          <p:nvPr>
            <p:extLst>
              <p:ext uri="{D42A27DB-BD31-4B8C-83A1-F6EECF244321}">
                <p14:modId xmlns:p14="http://schemas.microsoft.com/office/powerpoint/2010/main" val="1138103020"/>
              </p:ext>
            </p:extLst>
          </p:nvPr>
        </p:nvGraphicFramePr>
        <p:xfrm>
          <a:off x="8183880" y="2304285"/>
          <a:ext cx="3779520" cy="3624075"/>
        </p:xfrm>
        <a:graphic>
          <a:graphicData uri="http://schemas.openxmlformats.org/drawingml/2006/table">
            <a:tbl>
              <a:tblPr firstRow="1" bandRow="1">
                <a:tableStyleId>{EB9631B5-78F2-41C9-869B-9F39066F8104}</a:tableStyleId>
              </a:tblPr>
              <a:tblGrid>
                <a:gridCol w="1889760">
                  <a:extLst>
                    <a:ext uri="{9D8B030D-6E8A-4147-A177-3AD203B41FA5}">
                      <a16:colId xmlns:a16="http://schemas.microsoft.com/office/drawing/2014/main" val="2210574997"/>
                    </a:ext>
                  </a:extLst>
                </a:gridCol>
                <a:gridCol w="1889760">
                  <a:extLst>
                    <a:ext uri="{9D8B030D-6E8A-4147-A177-3AD203B41FA5}">
                      <a16:colId xmlns:a16="http://schemas.microsoft.com/office/drawing/2014/main" val="4132950870"/>
                    </a:ext>
                  </a:extLst>
                </a:gridCol>
              </a:tblGrid>
              <a:tr h="517725">
                <a:tc>
                  <a:txBody>
                    <a:bodyPr/>
                    <a:lstStyle/>
                    <a:p>
                      <a:pPr algn="ctr"/>
                      <a:r>
                        <a:rPr lang="en-US" dirty="0"/>
                        <a:t>Variable</a:t>
                      </a:r>
                    </a:p>
                  </a:txBody>
                  <a:tcPr anchor="ctr"/>
                </a:tc>
                <a:tc>
                  <a:txBody>
                    <a:bodyPr/>
                    <a:lstStyle/>
                    <a:p>
                      <a:pPr algn="ctr"/>
                      <a:r>
                        <a:rPr lang="en-US" dirty="0"/>
                        <a:t>Average Rank</a:t>
                      </a:r>
                    </a:p>
                  </a:txBody>
                  <a:tcPr anchor="ctr"/>
                </a:tc>
                <a:extLst>
                  <a:ext uri="{0D108BD9-81ED-4DB2-BD59-A6C34878D82A}">
                    <a16:rowId xmlns:a16="http://schemas.microsoft.com/office/drawing/2014/main" val="4205079925"/>
                  </a:ext>
                </a:extLst>
              </a:tr>
              <a:tr h="517725">
                <a:tc>
                  <a:txBody>
                    <a:bodyPr/>
                    <a:lstStyle/>
                    <a:p>
                      <a:pPr algn="ctr"/>
                      <a:r>
                        <a:rPr lang="en-US" dirty="0"/>
                        <a:t>Points</a:t>
                      </a:r>
                    </a:p>
                  </a:txBody>
                  <a:tcPr anchor="ctr"/>
                </a:tc>
                <a:tc>
                  <a:txBody>
                    <a:bodyPr/>
                    <a:lstStyle/>
                    <a:p>
                      <a:pPr algn="ctr"/>
                      <a:r>
                        <a:rPr lang="en-US" dirty="0"/>
                        <a:t>1.6</a:t>
                      </a:r>
                    </a:p>
                  </a:txBody>
                  <a:tcPr anchor="ctr"/>
                </a:tc>
                <a:extLst>
                  <a:ext uri="{0D108BD9-81ED-4DB2-BD59-A6C34878D82A}">
                    <a16:rowId xmlns:a16="http://schemas.microsoft.com/office/drawing/2014/main" val="2225253189"/>
                  </a:ext>
                </a:extLst>
              </a:tr>
              <a:tr h="517725">
                <a:tc>
                  <a:txBody>
                    <a:bodyPr/>
                    <a:lstStyle/>
                    <a:p>
                      <a:pPr algn="ctr"/>
                      <a:r>
                        <a:rPr lang="en-US" dirty="0"/>
                        <a:t>Assists</a:t>
                      </a:r>
                    </a:p>
                  </a:txBody>
                  <a:tcPr anchor="ctr"/>
                </a:tc>
                <a:tc>
                  <a:txBody>
                    <a:bodyPr/>
                    <a:lstStyle/>
                    <a:p>
                      <a:pPr algn="ctr"/>
                      <a:r>
                        <a:rPr lang="en-US" dirty="0"/>
                        <a:t>4.9</a:t>
                      </a:r>
                    </a:p>
                  </a:txBody>
                  <a:tcPr anchor="ctr"/>
                </a:tc>
                <a:extLst>
                  <a:ext uri="{0D108BD9-81ED-4DB2-BD59-A6C34878D82A}">
                    <a16:rowId xmlns:a16="http://schemas.microsoft.com/office/drawing/2014/main" val="2076541618"/>
                  </a:ext>
                </a:extLst>
              </a:tr>
              <a:tr h="517725">
                <a:tc>
                  <a:txBody>
                    <a:bodyPr/>
                    <a:lstStyle/>
                    <a:p>
                      <a:pPr algn="ctr"/>
                      <a:r>
                        <a:rPr lang="en-US" dirty="0"/>
                        <a:t>Rebounds</a:t>
                      </a:r>
                    </a:p>
                  </a:txBody>
                  <a:tcPr anchor="ctr"/>
                </a:tc>
                <a:tc>
                  <a:txBody>
                    <a:bodyPr/>
                    <a:lstStyle/>
                    <a:p>
                      <a:pPr algn="ctr"/>
                      <a:r>
                        <a:rPr lang="en-US" dirty="0"/>
                        <a:t>7.2</a:t>
                      </a:r>
                    </a:p>
                  </a:txBody>
                  <a:tcPr anchor="ctr"/>
                </a:tc>
                <a:extLst>
                  <a:ext uri="{0D108BD9-81ED-4DB2-BD59-A6C34878D82A}">
                    <a16:rowId xmlns:a16="http://schemas.microsoft.com/office/drawing/2014/main" val="1703080215"/>
                  </a:ext>
                </a:extLst>
              </a:tr>
              <a:tr h="517725">
                <a:tc>
                  <a:txBody>
                    <a:bodyPr/>
                    <a:lstStyle/>
                    <a:p>
                      <a:pPr algn="ctr"/>
                      <a:r>
                        <a:rPr lang="en-US" dirty="0"/>
                        <a:t>FGM</a:t>
                      </a:r>
                    </a:p>
                  </a:txBody>
                  <a:tcPr anchor="ctr"/>
                </a:tc>
                <a:tc>
                  <a:txBody>
                    <a:bodyPr/>
                    <a:lstStyle/>
                    <a:p>
                      <a:pPr algn="ctr"/>
                      <a:r>
                        <a:rPr lang="en-US" dirty="0"/>
                        <a:t>1.6</a:t>
                      </a:r>
                    </a:p>
                  </a:txBody>
                  <a:tcPr anchor="ctr"/>
                </a:tc>
                <a:extLst>
                  <a:ext uri="{0D108BD9-81ED-4DB2-BD59-A6C34878D82A}">
                    <a16:rowId xmlns:a16="http://schemas.microsoft.com/office/drawing/2014/main" val="1835683870"/>
                  </a:ext>
                </a:extLst>
              </a:tr>
              <a:tr h="517725">
                <a:tc>
                  <a:txBody>
                    <a:bodyPr/>
                    <a:lstStyle/>
                    <a:p>
                      <a:pPr algn="ctr"/>
                      <a:r>
                        <a:rPr lang="en-US" dirty="0"/>
                        <a:t>FTA</a:t>
                      </a:r>
                    </a:p>
                  </a:txBody>
                  <a:tcPr anchor="ctr"/>
                </a:tc>
                <a:tc>
                  <a:txBody>
                    <a:bodyPr/>
                    <a:lstStyle/>
                    <a:p>
                      <a:pPr algn="ctr"/>
                      <a:r>
                        <a:rPr lang="en-US" dirty="0"/>
                        <a:t>1.9</a:t>
                      </a:r>
                    </a:p>
                  </a:txBody>
                  <a:tcPr anchor="ctr"/>
                </a:tc>
                <a:extLst>
                  <a:ext uri="{0D108BD9-81ED-4DB2-BD59-A6C34878D82A}">
                    <a16:rowId xmlns:a16="http://schemas.microsoft.com/office/drawing/2014/main" val="3944355542"/>
                  </a:ext>
                </a:extLst>
              </a:tr>
              <a:tr h="517725">
                <a:tc>
                  <a:txBody>
                    <a:bodyPr/>
                    <a:lstStyle/>
                    <a:p>
                      <a:pPr algn="ctr"/>
                      <a:r>
                        <a:rPr lang="en-US" dirty="0"/>
                        <a:t>Fantasy Points</a:t>
                      </a:r>
                    </a:p>
                  </a:txBody>
                  <a:tcPr anchor="ctr"/>
                </a:tc>
                <a:tc>
                  <a:txBody>
                    <a:bodyPr/>
                    <a:lstStyle/>
                    <a:p>
                      <a:pPr algn="ctr"/>
                      <a:r>
                        <a:rPr lang="en-US" dirty="0"/>
                        <a:t>1.4</a:t>
                      </a:r>
                    </a:p>
                  </a:txBody>
                  <a:tcPr anchor="ctr"/>
                </a:tc>
                <a:extLst>
                  <a:ext uri="{0D108BD9-81ED-4DB2-BD59-A6C34878D82A}">
                    <a16:rowId xmlns:a16="http://schemas.microsoft.com/office/drawing/2014/main" val="4126173694"/>
                  </a:ext>
                </a:extLst>
              </a:tr>
            </a:tbl>
          </a:graphicData>
        </a:graphic>
      </p:graphicFrame>
      <p:sp>
        <p:nvSpPr>
          <p:cNvPr id="6" name="TextBox 5">
            <a:extLst>
              <a:ext uri="{FF2B5EF4-FFF2-40B4-BE49-F238E27FC236}">
                <a16:creationId xmlns:a16="http://schemas.microsoft.com/office/drawing/2014/main" id="{4FCEA5E0-F6B9-2940-C7B9-26FA392B365D}"/>
              </a:ext>
            </a:extLst>
          </p:cNvPr>
          <p:cNvSpPr txBox="1"/>
          <p:nvPr/>
        </p:nvSpPr>
        <p:spPr>
          <a:xfrm>
            <a:off x="8183880" y="6065520"/>
            <a:ext cx="3779520" cy="307777"/>
          </a:xfrm>
          <a:prstGeom prst="rect">
            <a:avLst/>
          </a:prstGeom>
          <a:noFill/>
        </p:spPr>
        <p:txBody>
          <a:bodyPr wrap="square" lIns="91440" tIns="45720" rIns="91440" bIns="45720" rtlCol="0" anchor="t">
            <a:spAutoFit/>
          </a:bodyPr>
          <a:lstStyle/>
          <a:p>
            <a:pPr algn="ctr"/>
            <a:r>
              <a:rPr lang="en-US" sz="1400" dirty="0"/>
              <a:t>Average ROTY Winner Ranks: Grouped by Year</a:t>
            </a:r>
          </a:p>
        </p:txBody>
      </p:sp>
      <p:sp>
        <p:nvSpPr>
          <p:cNvPr id="7" name="TextBox 6">
            <a:extLst>
              <a:ext uri="{FF2B5EF4-FFF2-40B4-BE49-F238E27FC236}">
                <a16:creationId xmlns:a16="http://schemas.microsoft.com/office/drawing/2014/main" id="{3644315C-4BBC-73AF-8DC0-9687A2442863}"/>
              </a:ext>
            </a:extLst>
          </p:cNvPr>
          <p:cNvSpPr txBox="1"/>
          <p:nvPr/>
        </p:nvSpPr>
        <p:spPr>
          <a:xfrm>
            <a:off x="381000" y="6267282"/>
            <a:ext cx="7662672" cy="307777"/>
          </a:xfrm>
          <a:prstGeom prst="rect">
            <a:avLst/>
          </a:prstGeom>
          <a:noFill/>
        </p:spPr>
        <p:txBody>
          <a:bodyPr wrap="square" rtlCol="0">
            <a:spAutoFit/>
          </a:bodyPr>
          <a:lstStyle/>
          <a:p>
            <a:pPr algn="ctr"/>
            <a:r>
              <a:rPr lang="en-US" sz="1400" dirty="0"/>
              <a:t>Note: All data is up to November 29th</a:t>
            </a:r>
          </a:p>
        </p:txBody>
      </p:sp>
    </p:spTree>
    <p:extLst>
      <p:ext uri="{BB962C8B-B14F-4D97-AF65-F5344CB8AC3E}">
        <p14:creationId xmlns:p14="http://schemas.microsoft.com/office/powerpoint/2010/main" val="1759303388"/>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BB895-C6E4-D51E-BB1D-65FDCFF07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C8786-D987-61AC-ADEF-90C16AC7D017}"/>
              </a:ext>
            </a:extLst>
          </p:cNvPr>
          <p:cNvSpPr>
            <a:spLocks noGrp="1"/>
          </p:cNvSpPr>
          <p:nvPr>
            <p:ph type="title"/>
          </p:nvPr>
        </p:nvSpPr>
        <p:spPr/>
        <p:txBody>
          <a:bodyPr/>
          <a:lstStyle/>
          <a:p>
            <a:r>
              <a:rPr lang="en-US"/>
              <a:t>Modeling Methodology</a:t>
            </a:r>
          </a:p>
        </p:txBody>
      </p:sp>
      <p:sp>
        <p:nvSpPr>
          <p:cNvPr id="3" name="Content Placeholder 2">
            <a:extLst>
              <a:ext uri="{FF2B5EF4-FFF2-40B4-BE49-F238E27FC236}">
                <a16:creationId xmlns:a16="http://schemas.microsoft.com/office/drawing/2014/main" id="{AAC5712F-06A5-AE6F-FF4D-92F7D16FD532}"/>
              </a:ext>
            </a:extLst>
          </p:cNvPr>
          <p:cNvSpPr>
            <a:spLocks noGrp="1"/>
          </p:cNvSpPr>
          <p:nvPr>
            <p:ph idx="1"/>
          </p:nvPr>
        </p:nvSpPr>
        <p:spPr>
          <a:xfrm>
            <a:off x="279908" y="2050285"/>
            <a:ext cx="6641592" cy="4041651"/>
          </a:xfrm>
        </p:spPr>
        <p:txBody>
          <a:bodyPr vert="horz" lIns="91440" tIns="45720" rIns="91440" bIns="45720" rtlCol="0" anchor="t">
            <a:normAutofit lnSpcReduction="10000"/>
          </a:bodyPr>
          <a:lstStyle/>
          <a:p>
            <a:r>
              <a:rPr lang="en-US" dirty="0"/>
              <a:t>Logistic regression was used to output probabilities for winning ROTY because of binary classification (win or not) and variable interpretation. </a:t>
            </a:r>
          </a:p>
          <a:p>
            <a:r>
              <a:rPr lang="en-US" dirty="0"/>
              <a:t>Performed manual forward stepwise selection, using a set of features deemed relevant via the explanatory analysis.</a:t>
            </a:r>
          </a:p>
          <a:p>
            <a:r>
              <a:rPr lang="en-US" dirty="0"/>
              <a:t>Added variables, looking to minimize residual deviance (how well fitted the model based on residuals) and AIC (a metric that penalizes more variables but rewards if the model if prediction are closer to actual values).</a:t>
            </a:r>
          </a:p>
          <a:p>
            <a:r>
              <a:rPr lang="en-US" dirty="0"/>
              <a:t>This goal of building a well-fitted model was aided by these metrics that demonstrated how close the model’s probabilities were to the actual winners, settling on the model output to the right (the red dot is the model used on the AIC graph).</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83149554-64E1-7909-A6CA-E4A6B1375236}"/>
                  </a:ext>
                </a:extLst>
              </p:cNvPr>
              <p:cNvSpPr txBox="1"/>
              <p:nvPr/>
            </p:nvSpPr>
            <p:spPr>
              <a:xfrm>
                <a:off x="2123694" y="6354557"/>
                <a:ext cx="3436620" cy="369332"/>
              </a:xfrm>
              <a:prstGeom prst="rect">
                <a:avLst/>
              </a:prstGeom>
              <a:noFill/>
              <a:ln>
                <a:solidFill>
                  <a:schemeClr val="tx1"/>
                </a:solidFill>
              </a:ln>
            </p:spPr>
            <p:txBody>
              <a:bodyPr wrap="square" rtlCol="0">
                <a:spAutoFit/>
              </a:bodyPr>
              <a:lstStyle/>
              <a:p>
                <a:pPr algn="ctr"/>
                <a:r>
                  <a:rPr lang="en-US" dirty="0"/>
                  <a:t>Model Pseudo-</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dirty="0"/>
                  <a:t>: 0.7993307</a:t>
                </a:r>
              </a:p>
            </p:txBody>
          </p:sp>
        </mc:Choice>
        <mc:Fallback>
          <p:sp>
            <p:nvSpPr>
              <p:cNvPr id="10" name="TextBox 9">
                <a:extLst>
                  <a:ext uri="{FF2B5EF4-FFF2-40B4-BE49-F238E27FC236}">
                    <a16:creationId xmlns:a16="http://schemas.microsoft.com/office/drawing/2014/main" id="{83149554-64E1-7909-A6CA-E4A6B1375236}"/>
                  </a:ext>
                </a:extLst>
              </p:cNvPr>
              <p:cNvSpPr txBox="1">
                <a:spLocks noRot="1" noChangeAspect="1" noMove="1" noResize="1" noEditPoints="1" noAdjustHandles="1" noChangeArrowheads="1" noChangeShapeType="1" noTextEdit="1"/>
              </p:cNvSpPr>
              <p:nvPr/>
            </p:nvSpPr>
            <p:spPr>
              <a:xfrm>
                <a:off x="2123694" y="6354557"/>
                <a:ext cx="3436620" cy="369332"/>
              </a:xfrm>
              <a:prstGeom prst="rect">
                <a:avLst/>
              </a:prstGeom>
              <a:blipFill>
                <a:blip r:embed="rId4"/>
                <a:stretch>
                  <a:fillRect t="-3226" b="-25806"/>
                </a:stretch>
              </a:blipFill>
              <a:ln>
                <a:solidFill>
                  <a:schemeClr val="tx1"/>
                </a:solidFill>
              </a:ln>
            </p:spPr>
            <p:txBody>
              <a:bodyPr/>
              <a:lstStyle/>
              <a:p>
                <a:r>
                  <a:rPr lang="en-US">
                    <a:noFill/>
                  </a:rPr>
                  <a:t> </a:t>
                </a:r>
              </a:p>
            </p:txBody>
          </p:sp>
        </mc:Fallback>
      </mc:AlternateContent>
      <p:pic>
        <p:nvPicPr>
          <p:cNvPr id="5" name="Picture 4" descr="A screenshot of a computer&#10;&#10;Description automatically generated">
            <a:extLst>
              <a:ext uri="{FF2B5EF4-FFF2-40B4-BE49-F238E27FC236}">
                <a16:creationId xmlns:a16="http://schemas.microsoft.com/office/drawing/2014/main" id="{E6CE532F-E3AF-D0E2-E49F-191C721200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11144" y="3797673"/>
            <a:ext cx="3564663" cy="2926216"/>
          </a:xfrm>
          <a:prstGeom prst="rect">
            <a:avLst/>
          </a:prstGeom>
          <a:ln>
            <a:solidFill>
              <a:schemeClr val="tx1"/>
            </a:solidFill>
          </a:ln>
        </p:spPr>
      </p:pic>
      <p:pic>
        <p:nvPicPr>
          <p:cNvPr id="12" name="Picture 11" descr="A graph of a number of variables&#10;&#10;Description automatically generated">
            <a:extLst>
              <a:ext uri="{FF2B5EF4-FFF2-40B4-BE49-F238E27FC236}">
                <a16:creationId xmlns:a16="http://schemas.microsoft.com/office/drawing/2014/main" id="{4BDC115D-5C23-5CEB-9EA7-B7376A6F0E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62800" y="859055"/>
            <a:ext cx="4775844" cy="2815234"/>
          </a:xfrm>
          <a:prstGeom prst="rect">
            <a:avLst/>
          </a:prstGeom>
        </p:spPr>
      </p:pic>
    </p:spTree>
    <p:extLst>
      <p:ext uri="{BB962C8B-B14F-4D97-AF65-F5344CB8AC3E}">
        <p14:creationId xmlns:p14="http://schemas.microsoft.com/office/powerpoint/2010/main" val="1022234926"/>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58DD30-D980-9E83-A399-2671CF5F3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11117B-2FE0-28FF-D3CB-A2121CA9E2C3}"/>
              </a:ext>
            </a:extLst>
          </p:cNvPr>
          <p:cNvSpPr>
            <a:spLocks noGrp="1"/>
          </p:cNvSpPr>
          <p:nvPr>
            <p:ph type="title"/>
          </p:nvPr>
        </p:nvSpPr>
        <p:spPr/>
        <p:txBody>
          <a:bodyPr/>
          <a:lstStyle/>
          <a:p>
            <a:r>
              <a:rPr lang="en-US" dirty="0"/>
              <a:t>Testing and Prediction</a:t>
            </a:r>
          </a:p>
        </p:txBody>
      </p:sp>
      <p:graphicFrame>
        <p:nvGraphicFramePr>
          <p:cNvPr id="4" name="Table 3">
            <a:extLst>
              <a:ext uri="{FF2B5EF4-FFF2-40B4-BE49-F238E27FC236}">
                <a16:creationId xmlns:a16="http://schemas.microsoft.com/office/drawing/2014/main" id="{0613DDDA-A4D8-A11F-A7F0-01C1DCA42FB9}"/>
              </a:ext>
            </a:extLst>
          </p:cNvPr>
          <p:cNvGraphicFramePr>
            <a:graphicFrameLocks noGrp="1"/>
          </p:cNvGraphicFramePr>
          <p:nvPr>
            <p:extLst>
              <p:ext uri="{D42A27DB-BD31-4B8C-83A1-F6EECF244321}">
                <p14:modId xmlns:p14="http://schemas.microsoft.com/office/powerpoint/2010/main" val="1154589887"/>
              </p:ext>
            </p:extLst>
          </p:nvPr>
        </p:nvGraphicFramePr>
        <p:xfrm>
          <a:off x="353564" y="2899269"/>
          <a:ext cx="2532888" cy="3575308"/>
        </p:xfrm>
        <a:graphic>
          <a:graphicData uri="http://schemas.openxmlformats.org/drawingml/2006/table">
            <a:tbl>
              <a:tblPr firstRow="1" bandRow="1">
                <a:tableStyleId>{EB9631B5-78F2-41C9-869B-9F39066F8104}</a:tableStyleId>
              </a:tblPr>
              <a:tblGrid>
                <a:gridCol w="1266444">
                  <a:extLst>
                    <a:ext uri="{9D8B030D-6E8A-4147-A177-3AD203B41FA5}">
                      <a16:colId xmlns:a16="http://schemas.microsoft.com/office/drawing/2014/main" val="2210574997"/>
                    </a:ext>
                  </a:extLst>
                </a:gridCol>
                <a:gridCol w="1266444">
                  <a:extLst>
                    <a:ext uri="{9D8B030D-6E8A-4147-A177-3AD203B41FA5}">
                      <a16:colId xmlns:a16="http://schemas.microsoft.com/office/drawing/2014/main" val="4132950870"/>
                    </a:ext>
                  </a:extLst>
                </a:gridCol>
              </a:tblGrid>
              <a:tr h="1043419">
                <a:tc>
                  <a:txBody>
                    <a:bodyPr/>
                    <a:lstStyle/>
                    <a:p>
                      <a:pPr algn="ctr"/>
                      <a:r>
                        <a:rPr lang="en-US" sz="1600" dirty="0"/>
                        <a:t>Player</a:t>
                      </a:r>
                    </a:p>
                  </a:txBody>
                  <a:tcPr anchor="ctr"/>
                </a:tc>
                <a:tc>
                  <a:txBody>
                    <a:bodyPr/>
                    <a:lstStyle/>
                    <a:p>
                      <a:pPr algn="ctr"/>
                      <a:r>
                        <a:rPr lang="en-US" sz="1600" dirty="0"/>
                        <a:t>Probability of Winning ROTY</a:t>
                      </a:r>
                    </a:p>
                  </a:txBody>
                  <a:tcPr anchor="ctr"/>
                </a:tc>
                <a:extLst>
                  <a:ext uri="{0D108BD9-81ED-4DB2-BD59-A6C34878D82A}">
                    <a16:rowId xmlns:a16="http://schemas.microsoft.com/office/drawing/2014/main" val="4205079925"/>
                  </a:ext>
                </a:extLst>
              </a:tr>
              <a:tr h="843963">
                <a:tc>
                  <a:txBody>
                    <a:bodyPr/>
                    <a:lstStyle/>
                    <a:p>
                      <a:pPr algn="ctr"/>
                      <a:r>
                        <a:rPr lang="en-US" sz="1600" dirty="0"/>
                        <a:t>Paolo Banchero</a:t>
                      </a:r>
                    </a:p>
                  </a:txBody>
                  <a:tcPr anchor="ctr"/>
                </a:tc>
                <a:tc>
                  <a:txBody>
                    <a:bodyPr/>
                    <a:lstStyle/>
                    <a:p>
                      <a:pPr algn="ctr"/>
                      <a:r>
                        <a:rPr lang="en-US" sz="1600" dirty="0"/>
                        <a:t>0.625</a:t>
                      </a:r>
                    </a:p>
                  </a:txBody>
                  <a:tcPr anchor="ctr"/>
                </a:tc>
                <a:extLst>
                  <a:ext uri="{0D108BD9-81ED-4DB2-BD59-A6C34878D82A}">
                    <a16:rowId xmlns:a16="http://schemas.microsoft.com/office/drawing/2014/main" val="2225253189"/>
                  </a:ext>
                </a:extLst>
              </a:tr>
              <a:tr h="843963">
                <a:tc>
                  <a:txBody>
                    <a:bodyPr/>
                    <a:lstStyle/>
                    <a:p>
                      <a:pPr algn="ctr"/>
                      <a:r>
                        <a:rPr lang="en-US" sz="1600" dirty="0"/>
                        <a:t>Jaden Ivey</a:t>
                      </a:r>
                    </a:p>
                  </a:txBody>
                  <a:tcPr anchor="ctr"/>
                </a:tc>
                <a:tc>
                  <a:txBody>
                    <a:bodyPr/>
                    <a:lstStyle/>
                    <a:p>
                      <a:pPr algn="ctr"/>
                      <a:r>
                        <a:rPr lang="en-US" sz="1600" dirty="0"/>
                        <a:t>0.009</a:t>
                      </a:r>
                    </a:p>
                  </a:txBody>
                  <a:tcPr anchor="ctr"/>
                </a:tc>
                <a:extLst>
                  <a:ext uri="{0D108BD9-81ED-4DB2-BD59-A6C34878D82A}">
                    <a16:rowId xmlns:a16="http://schemas.microsoft.com/office/drawing/2014/main" val="2076541618"/>
                  </a:ext>
                </a:extLst>
              </a:tr>
              <a:tr h="843963">
                <a:tc>
                  <a:txBody>
                    <a:bodyPr/>
                    <a:lstStyle/>
                    <a:p>
                      <a:pPr algn="ctr"/>
                      <a:r>
                        <a:rPr lang="en-US" sz="1600" dirty="0"/>
                        <a:t>Jalen Williams</a:t>
                      </a:r>
                    </a:p>
                  </a:txBody>
                  <a:tcPr anchor="ctr"/>
                </a:tc>
                <a:tc>
                  <a:txBody>
                    <a:bodyPr/>
                    <a:lstStyle/>
                    <a:p>
                      <a:pPr algn="ctr"/>
                      <a:r>
                        <a:rPr lang="en-US" sz="1600" dirty="0"/>
                        <a:t>0.004</a:t>
                      </a:r>
                    </a:p>
                  </a:txBody>
                  <a:tcPr anchor="ctr"/>
                </a:tc>
                <a:extLst>
                  <a:ext uri="{0D108BD9-81ED-4DB2-BD59-A6C34878D82A}">
                    <a16:rowId xmlns:a16="http://schemas.microsoft.com/office/drawing/2014/main" val="1703080215"/>
                  </a:ext>
                </a:extLst>
              </a:tr>
            </a:tbl>
          </a:graphicData>
        </a:graphic>
      </p:graphicFrame>
      <p:graphicFrame>
        <p:nvGraphicFramePr>
          <p:cNvPr id="13" name="Table 12">
            <a:extLst>
              <a:ext uri="{FF2B5EF4-FFF2-40B4-BE49-F238E27FC236}">
                <a16:creationId xmlns:a16="http://schemas.microsoft.com/office/drawing/2014/main" id="{BC2D11CA-5BD5-FD0A-02FD-007D077AF8F1}"/>
              </a:ext>
            </a:extLst>
          </p:cNvPr>
          <p:cNvGraphicFramePr>
            <a:graphicFrameLocks noGrp="1"/>
          </p:cNvGraphicFramePr>
          <p:nvPr>
            <p:extLst>
              <p:ext uri="{D42A27DB-BD31-4B8C-83A1-F6EECF244321}">
                <p14:modId xmlns:p14="http://schemas.microsoft.com/office/powerpoint/2010/main" val="1984247309"/>
              </p:ext>
            </p:extLst>
          </p:nvPr>
        </p:nvGraphicFramePr>
        <p:xfrm>
          <a:off x="3366512" y="2899269"/>
          <a:ext cx="2532888" cy="3575308"/>
        </p:xfrm>
        <a:graphic>
          <a:graphicData uri="http://schemas.openxmlformats.org/drawingml/2006/table">
            <a:tbl>
              <a:tblPr firstRow="1" bandRow="1">
                <a:tableStyleId>{EB9631B5-78F2-41C9-869B-9F39066F8104}</a:tableStyleId>
              </a:tblPr>
              <a:tblGrid>
                <a:gridCol w="1266444">
                  <a:extLst>
                    <a:ext uri="{9D8B030D-6E8A-4147-A177-3AD203B41FA5}">
                      <a16:colId xmlns:a16="http://schemas.microsoft.com/office/drawing/2014/main" val="2210574997"/>
                    </a:ext>
                  </a:extLst>
                </a:gridCol>
                <a:gridCol w="1266444">
                  <a:extLst>
                    <a:ext uri="{9D8B030D-6E8A-4147-A177-3AD203B41FA5}">
                      <a16:colId xmlns:a16="http://schemas.microsoft.com/office/drawing/2014/main" val="4132950870"/>
                    </a:ext>
                  </a:extLst>
                </a:gridCol>
              </a:tblGrid>
              <a:tr h="1043419">
                <a:tc>
                  <a:txBody>
                    <a:bodyPr/>
                    <a:lstStyle/>
                    <a:p>
                      <a:pPr algn="ctr"/>
                      <a:r>
                        <a:rPr lang="en-US" sz="1600" dirty="0"/>
                        <a:t>Player</a:t>
                      </a:r>
                    </a:p>
                  </a:txBody>
                  <a:tcPr anchor="ctr"/>
                </a:tc>
                <a:tc>
                  <a:txBody>
                    <a:bodyPr/>
                    <a:lstStyle/>
                    <a:p>
                      <a:pPr algn="ctr"/>
                      <a:r>
                        <a:rPr lang="en-US" sz="1600" dirty="0"/>
                        <a:t>Probability of Winning ROTY</a:t>
                      </a:r>
                    </a:p>
                  </a:txBody>
                  <a:tcPr anchor="ctr"/>
                </a:tc>
                <a:extLst>
                  <a:ext uri="{0D108BD9-81ED-4DB2-BD59-A6C34878D82A}">
                    <a16:rowId xmlns:a16="http://schemas.microsoft.com/office/drawing/2014/main" val="4205079925"/>
                  </a:ext>
                </a:extLst>
              </a:tr>
              <a:tr h="843963">
                <a:tc>
                  <a:txBody>
                    <a:bodyPr/>
                    <a:lstStyle/>
                    <a:p>
                      <a:pPr algn="ctr"/>
                      <a:r>
                        <a:rPr lang="en-US" sz="1600" dirty="0"/>
                        <a:t>Victor </a:t>
                      </a:r>
                      <a:r>
                        <a:rPr lang="en-US" sz="1600" dirty="0" err="1"/>
                        <a:t>Wembany</a:t>
                      </a:r>
                      <a:r>
                        <a:rPr lang="en-US" sz="1600" dirty="0"/>
                        <a:t>-ama</a:t>
                      </a:r>
                    </a:p>
                  </a:txBody>
                  <a:tcPr anchor="ctr"/>
                </a:tc>
                <a:tc>
                  <a:txBody>
                    <a:bodyPr/>
                    <a:lstStyle/>
                    <a:p>
                      <a:pPr algn="ctr"/>
                      <a:r>
                        <a:rPr lang="en-US" sz="1600" dirty="0"/>
                        <a:t>0.805</a:t>
                      </a:r>
                    </a:p>
                  </a:txBody>
                  <a:tcPr anchor="ctr"/>
                </a:tc>
                <a:extLst>
                  <a:ext uri="{0D108BD9-81ED-4DB2-BD59-A6C34878D82A}">
                    <a16:rowId xmlns:a16="http://schemas.microsoft.com/office/drawing/2014/main" val="2225253189"/>
                  </a:ext>
                </a:extLst>
              </a:tr>
              <a:tr h="843963">
                <a:tc>
                  <a:txBody>
                    <a:bodyPr/>
                    <a:lstStyle/>
                    <a:p>
                      <a:pPr algn="ctr"/>
                      <a:r>
                        <a:rPr lang="en-US" sz="1600" dirty="0"/>
                        <a:t>Chet Holmgren</a:t>
                      </a:r>
                    </a:p>
                  </a:txBody>
                  <a:tcPr anchor="ctr"/>
                </a:tc>
                <a:tc>
                  <a:txBody>
                    <a:bodyPr/>
                    <a:lstStyle/>
                    <a:p>
                      <a:pPr algn="ctr"/>
                      <a:r>
                        <a:rPr lang="en-US" sz="1600" dirty="0"/>
                        <a:t>0.450</a:t>
                      </a:r>
                    </a:p>
                  </a:txBody>
                  <a:tcPr anchor="ctr"/>
                </a:tc>
                <a:extLst>
                  <a:ext uri="{0D108BD9-81ED-4DB2-BD59-A6C34878D82A}">
                    <a16:rowId xmlns:a16="http://schemas.microsoft.com/office/drawing/2014/main" val="2076541618"/>
                  </a:ext>
                </a:extLst>
              </a:tr>
              <a:tr h="843963">
                <a:tc>
                  <a:txBody>
                    <a:bodyPr/>
                    <a:lstStyle/>
                    <a:p>
                      <a:pPr algn="ctr"/>
                      <a:r>
                        <a:rPr lang="en-US" sz="1600" dirty="0"/>
                        <a:t>Brandon Miller</a:t>
                      </a:r>
                    </a:p>
                  </a:txBody>
                  <a:tcPr anchor="ctr"/>
                </a:tc>
                <a:tc>
                  <a:txBody>
                    <a:bodyPr/>
                    <a:lstStyle/>
                    <a:p>
                      <a:pPr algn="ctr"/>
                      <a:r>
                        <a:rPr lang="en-US" sz="1600" dirty="0"/>
                        <a:t>0.011</a:t>
                      </a:r>
                    </a:p>
                  </a:txBody>
                  <a:tcPr anchor="ctr"/>
                </a:tc>
                <a:extLst>
                  <a:ext uri="{0D108BD9-81ED-4DB2-BD59-A6C34878D82A}">
                    <a16:rowId xmlns:a16="http://schemas.microsoft.com/office/drawing/2014/main" val="1703080215"/>
                  </a:ext>
                </a:extLst>
              </a:tr>
            </a:tbl>
          </a:graphicData>
        </a:graphic>
      </p:graphicFrame>
      <p:graphicFrame>
        <p:nvGraphicFramePr>
          <p:cNvPr id="14" name="Table 13">
            <a:extLst>
              <a:ext uri="{FF2B5EF4-FFF2-40B4-BE49-F238E27FC236}">
                <a16:creationId xmlns:a16="http://schemas.microsoft.com/office/drawing/2014/main" id="{A386AC3D-1328-3B0B-F524-131D2CF2B2B1}"/>
              </a:ext>
            </a:extLst>
          </p:cNvPr>
          <p:cNvGraphicFramePr>
            <a:graphicFrameLocks noGrp="1"/>
          </p:cNvGraphicFramePr>
          <p:nvPr>
            <p:extLst>
              <p:ext uri="{D42A27DB-BD31-4B8C-83A1-F6EECF244321}">
                <p14:modId xmlns:p14="http://schemas.microsoft.com/office/powerpoint/2010/main" val="2724826024"/>
              </p:ext>
            </p:extLst>
          </p:nvPr>
        </p:nvGraphicFramePr>
        <p:xfrm>
          <a:off x="6292602" y="2899269"/>
          <a:ext cx="2532888" cy="3575308"/>
        </p:xfrm>
        <a:graphic>
          <a:graphicData uri="http://schemas.openxmlformats.org/drawingml/2006/table">
            <a:tbl>
              <a:tblPr firstRow="1" bandRow="1">
                <a:tableStyleId>{EB9631B5-78F2-41C9-869B-9F39066F8104}</a:tableStyleId>
              </a:tblPr>
              <a:tblGrid>
                <a:gridCol w="1266444">
                  <a:extLst>
                    <a:ext uri="{9D8B030D-6E8A-4147-A177-3AD203B41FA5}">
                      <a16:colId xmlns:a16="http://schemas.microsoft.com/office/drawing/2014/main" val="2210574997"/>
                    </a:ext>
                  </a:extLst>
                </a:gridCol>
                <a:gridCol w="1266444">
                  <a:extLst>
                    <a:ext uri="{9D8B030D-6E8A-4147-A177-3AD203B41FA5}">
                      <a16:colId xmlns:a16="http://schemas.microsoft.com/office/drawing/2014/main" val="4132950870"/>
                    </a:ext>
                  </a:extLst>
                </a:gridCol>
              </a:tblGrid>
              <a:tr h="1043419">
                <a:tc>
                  <a:txBody>
                    <a:bodyPr/>
                    <a:lstStyle/>
                    <a:p>
                      <a:pPr algn="ctr"/>
                      <a:r>
                        <a:rPr lang="en-US" sz="1600" dirty="0"/>
                        <a:t>Player</a:t>
                      </a:r>
                    </a:p>
                  </a:txBody>
                  <a:tcPr anchor="ctr"/>
                </a:tc>
                <a:tc>
                  <a:txBody>
                    <a:bodyPr/>
                    <a:lstStyle/>
                    <a:p>
                      <a:pPr algn="ctr"/>
                      <a:r>
                        <a:rPr lang="en-US" sz="1600" dirty="0"/>
                        <a:t>Probability of Winning ROTY</a:t>
                      </a:r>
                    </a:p>
                  </a:txBody>
                  <a:tcPr anchor="ctr"/>
                </a:tc>
                <a:extLst>
                  <a:ext uri="{0D108BD9-81ED-4DB2-BD59-A6C34878D82A}">
                    <a16:rowId xmlns:a16="http://schemas.microsoft.com/office/drawing/2014/main" val="4205079925"/>
                  </a:ext>
                </a:extLst>
              </a:tr>
              <a:tr h="843963">
                <a:tc>
                  <a:txBody>
                    <a:bodyPr/>
                    <a:lstStyle/>
                    <a:p>
                      <a:pPr algn="ctr"/>
                      <a:r>
                        <a:rPr lang="en-US" sz="1600" dirty="0"/>
                        <a:t>Stephon Castle</a:t>
                      </a:r>
                    </a:p>
                  </a:txBody>
                  <a:tcPr anchor="ctr"/>
                </a:tc>
                <a:tc>
                  <a:txBody>
                    <a:bodyPr/>
                    <a:lstStyle/>
                    <a:p>
                      <a:pPr algn="ctr"/>
                      <a:r>
                        <a:rPr lang="en-US" sz="1600" dirty="0"/>
                        <a:t>0.380</a:t>
                      </a:r>
                    </a:p>
                  </a:txBody>
                  <a:tcPr anchor="ctr"/>
                </a:tc>
                <a:extLst>
                  <a:ext uri="{0D108BD9-81ED-4DB2-BD59-A6C34878D82A}">
                    <a16:rowId xmlns:a16="http://schemas.microsoft.com/office/drawing/2014/main" val="2225253189"/>
                  </a:ext>
                </a:extLst>
              </a:tr>
              <a:tr h="843963">
                <a:tc>
                  <a:txBody>
                    <a:bodyPr/>
                    <a:lstStyle/>
                    <a:p>
                      <a:pPr algn="ctr"/>
                      <a:r>
                        <a:rPr lang="en-US" sz="1600" dirty="0"/>
                        <a:t>Alex Sarr</a:t>
                      </a:r>
                    </a:p>
                  </a:txBody>
                  <a:tcPr anchor="ctr"/>
                </a:tc>
                <a:tc>
                  <a:txBody>
                    <a:bodyPr/>
                    <a:lstStyle/>
                    <a:p>
                      <a:pPr algn="ctr"/>
                      <a:r>
                        <a:rPr lang="en-US" sz="1600" dirty="0"/>
                        <a:t>0.014</a:t>
                      </a:r>
                    </a:p>
                  </a:txBody>
                  <a:tcPr anchor="ctr"/>
                </a:tc>
                <a:extLst>
                  <a:ext uri="{0D108BD9-81ED-4DB2-BD59-A6C34878D82A}">
                    <a16:rowId xmlns:a16="http://schemas.microsoft.com/office/drawing/2014/main" val="2076541618"/>
                  </a:ext>
                </a:extLst>
              </a:tr>
              <a:tr h="843963">
                <a:tc>
                  <a:txBody>
                    <a:bodyPr/>
                    <a:lstStyle/>
                    <a:p>
                      <a:pPr algn="ctr"/>
                      <a:r>
                        <a:rPr lang="en-US" sz="1600" dirty="0"/>
                        <a:t>Yves Missi</a:t>
                      </a:r>
                    </a:p>
                  </a:txBody>
                  <a:tcPr anchor="ctr"/>
                </a:tc>
                <a:tc>
                  <a:txBody>
                    <a:bodyPr/>
                    <a:lstStyle/>
                    <a:p>
                      <a:pPr algn="ctr"/>
                      <a:r>
                        <a:rPr lang="en-US" sz="1600" dirty="0"/>
                        <a:t>&lt;0.001</a:t>
                      </a:r>
                    </a:p>
                  </a:txBody>
                  <a:tcPr anchor="ctr"/>
                </a:tc>
                <a:extLst>
                  <a:ext uri="{0D108BD9-81ED-4DB2-BD59-A6C34878D82A}">
                    <a16:rowId xmlns:a16="http://schemas.microsoft.com/office/drawing/2014/main" val="1703080215"/>
                  </a:ext>
                </a:extLst>
              </a:tr>
            </a:tbl>
          </a:graphicData>
        </a:graphic>
      </p:graphicFrame>
      <p:graphicFrame>
        <p:nvGraphicFramePr>
          <p:cNvPr id="15" name="Table 14">
            <a:extLst>
              <a:ext uri="{FF2B5EF4-FFF2-40B4-BE49-F238E27FC236}">
                <a16:creationId xmlns:a16="http://schemas.microsoft.com/office/drawing/2014/main" id="{A6DEA656-71A8-0E5E-E5DE-8640F6ED9829}"/>
              </a:ext>
            </a:extLst>
          </p:cNvPr>
          <p:cNvGraphicFramePr>
            <a:graphicFrameLocks noGrp="1"/>
          </p:cNvGraphicFramePr>
          <p:nvPr>
            <p:extLst>
              <p:ext uri="{D42A27DB-BD31-4B8C-83A1-F6EECF244321}">
                <p14:modId xmlns:p14="http://schemas.microsoft.com/office/powerpoint/2010/main" val="2575645088"/>
              </p:ext>
            </p:extLst>
          </p:nvPr>
        </p:nvGraphicFramePr>
        <p:xfrm>
          <a:off x="9311644" y="2887077"/>
          <a:ext cx="2532888" cy="3575308"/>
        </p:xfrm>
        <a:graphic>
          <a:graphicData uri="http://schemas.openxmlformats.org/drawingml/2006/table">
            <a:tbl>
              <a:tblPr firstRow="1" bandRow="1">
                <a:tableStyleId>{EB9631B5-78F2-41C9-869B-9F39066F8104}</a:tableStyleId>
              </a:tblPr>
              <a:tblGrid>
                <a:gridCol w="1266444">
                  <a:extLst>
                    <a:ext uri="{9D8B030D-6E8A-4147-A177-3AD203B41FA5}">
                      <a16:colId xmlns:a16="http://schemas.microsoft.com/office/drawing/2014/main" val="2210574997"/>
                    </a:ext>
                  </a:extLst>
                </a:gridCol>
                <a:gridCol w="1266444">
                  <a:extLst>
                    <a:ext uri="{9D8B030D-6E8A-4147-A177-3AD203B41FA5}">
                      <a16:colId xmlns:a16="http://schemas.microsoft.com/office/drawing/2014/main" val="4132950870"/>
                    </a:ext>
                  </a:extLst>
                </a:gridCol>
              </a:tblGrid>
              <a:tr h="1043419">
                <a:tc>
                  <a:txBody>
                    <a:bodyPr/>
                    <a:lstStyle/>
                    <a:p>
                      <a:pPr algn="ctr"/>
                      <a:r>
                        <a:rPr lang="en-US" sz="1600" dirty="0"/>
                        <a:t>Player</a:t>
                      </a:r>
                    </a:p>
                  </a:txBody>
                  <a:tcPr anchor="ctr"/>
                </a:tc>
                <a:tc>
                  <a:txBody>
                    <a:bodyPr/>
                    <a:lstStyle/>
                    <a:p>
                      <a:pPr algn="ctr"/>
                      <a:r>
                        <a:rPr lang="en-US" sz="1600" dirty="0"/>
                        <a:t>Probability of Winning ROTY</a:t>
                      </a:r>
                    </a:p>
                  </a:txBody>
                  <a:tcPr anchor="ctr"/>
                </a:tc>
                <a:extLst>
                  <a:ext uri="{0D108BD9-81ED-4DB2-BD59-A6C34878D82A}">
                    <a16:rowId xmlns:a16="http://schemas.microsoft.com/office/drawing/2014/main" val="4205079925"/>
                  </a:ext>
                </a:extLst>
              </a:tr>
              <a:tr h="843963">
                <a:tc>
                  <a:txBody>
                    <a:bodyPr/>
                    <a:lstStyle/>
                    <a:p>
                      <a:pPr algn="ctr"/>
                      <a:r>
                        <a:rPr lang="en-US" sz="1600" dirty="0"/>
                        <a:t>Cooper Flagg</a:t>
                      </a:r>
                    </a:p>
                  </a:txBody>
                  <a:tcPr anchor="ctr"/>
                </a:tc>
                <a:tc>
                  <a:txBody>
                    <a:bodyPr/>
                    <a:lstStyle/>
                    <a:p>
                      <a:pPr algn="ctr"/>
                      <a:r>
                        <a:rPr lang="en-US" sz="1600" dirty="0"/>
                        <a:t>0.842</a:t>
                      </a:r>
                    </a:p>
                  </a:txBody>
                  <a:tcPr anchor="ctr"/>
                </a:tc>
                <a:extLst>
                  <a:ext uri="{0D108BD9-81ED-4DB2-BD59-A6C34878D82A}">
                    <a16:rowId xmlns:a16="http://schemas.microsoft.com/office/drawing/2014/main" val="2225253189"/>
                  </a:ext>
                </a:extLst>
              </a:tr>
              <a:tr h="843963">
                <a:tc>
                  <a:txBody>
                    <a:bodyPr/>
                    <a:lstStyle/>
                    <a:p>
                      <a:pPr algn="ctr"/>
                      <a:r>
                        <a:rPr lang="en-US" sz="1600" dirty="0"/>
                        <a:t>VJ Edgecombe</a:t>
                      </a:r>
                    </a:p>
                  </a:txBody>
                  <a:tcPr anchor="ctr"/>
                </a:tc>
                <a:tc>
                  <a:txBody>
                    <a:bodyPr/>
                    <a:lstStyle/>
                    <a:p>
                      <a:pPr algn="ctr"/>
                      <a:r>
                        <a:rPr lang="en-US" sz="1600" dirty="0"/>
                        <a:t>0.080</a:t>
                      </a:r>
                    </a:p>
                  </a:txBody>
                  <a:tcPr anchor="ctr"/>
                </a:tc>
                <a:extLst>
                  <a:ext uri="{0D108BD9-81ED-4DB2-BD59-A6C34878D82A}">
                    <a16:rowId xmlns:a16="http://schemas.microsoft.com/office/drawing/2014/main" val="2076541618"/>
                  </a:ext>
                </a:extLst>
              </a:tr>
              <a:tr h="843963">
                <a:tc>
                  <a:txBody>
                    <a:bodyPr/>
                    <a:lstStyle/>
                    <a:p>
                      <a:pPr algn="ctr"/>
                      <a:r>
                        <a:rPr lang="en-US" sz="1600" dirty="0"/>
                        <a:t>Kon </a:t>
                      </a:r>
                      <a:r>
                        <a:rPr lang="en-US" sz="1600" dirty="0" err="1"/>
                        <a:t>Knueppel</a:t>
                      </a:r>
                      <a:endParaRPr lang="en-US" sz="1600" dirty="0"/>
                    </a:p>
                  </a:txBody>
                  <a:tcPr anchor="ctr"/>
                </a:tc>
                <a:tc>
                  <a:txBody>
                    <a:bodyPr/>
                    <a:lstStyle/>
                    <a:p>
                      <a:pPr algn="ctr"/>
                      <a:r>
                        <a:rPr lang="en-US" sz="1600" dirty="0"/>
                        <a:t>0.050</a:t>
                      </a:r>
                    </a:p>
                  </a:txBody>
                  <a:tcPr anchor="ctr"/>
                </a:tc>
                <a:extLst>
                  <a:ext uri="{0D108BD9-81ED-4DB2-BD59-A6C34878D82A}">
                    <a16:rowId xmlns:a16="http://schemas.microsoft.com/office/drawing/2014/main" val="1703080215"/>
                  </a:ext>
                </a:extLst>
              </a:tr>
            </a:tbl>
          </a:graphicData>
        </a:graphic>
      </p:graphicFrame>
      <p:sp>
        <p:nvSpPr>
          <p:cNvPr id="16" name="TextBox 15">
            <a:extLst>
              <a:ext uri="{FF2B5EF4-FFF2-40B4-BE49-F238E27FC236}">
                <a16:creationId xmlns:a16="http://schemas.microsoft.com/office/drawing/2014/main" id="{A6F9AADB-09AE-4275-AFE8-C2FE9E5EFEE1}"/>
              </a:ext>
            </a:extLst>
          </p:cNvPr>
          <p:cNvSpPr txBox="1"/>
          <p:nvPr/>
        </p:nvSpPr>
        <p:spPr>
          <a:xfrm>
            <a:off x="3787138" y="2529937"/>
            <a:ext cx="1691636" cy="369332"/>
          </a:xfrm>
          <a:prstGeom prst="rect">
            <a:avLst/>
          </a:prstGeom>
          <a:noFill/>
        </p:spPr>
        <p:txBody>
          <a:bodyPr wrap="square" rtlCol="0">
            <a:spAutoFit/>
          </a:bodyPr>
          <a:lstStyle/>
          <a:p>
            <a:pPr algn="ctr"/>
            <a:r>
              <a:rPr lang="en-US" dirty="0"/>
              <a:t>2023-24 (Test)</a:t>
            </a:r>
          </a:p>
        </p:txBody>
      </p:sp>
      <p:sp>
        <p:nvSpPr>
          <p:cNvPr id="20" name="TextBox 19">
            <a:extLst>
              <a:ext uri="{FF2B5EF4-FFF2-40B4-BE49-F238E27FC236}">
                <a16:creationId xmlns:a16="http://schemas.microsoft.com/office/drawing/2014/main" id="{3DF3E20B-D045-978D-CB32-AF189A50E97D}"/>
              </a:ext>
            </a:extLst>
          </p:cNvPr>
          <p:cNvSpPr txBox="1"/>
          <p:nvPr/>
        </p:nvSpPr>
        <p:spPr>
          <a:xfrm>
            <a:off x="9474713" y="2517745"/>
            <a:ext cx="2216653" cy="369332"/>
          </a:xfrm>
          <a:prstGeom prst="rect">
            <a:avLst/>
          </a:prstGeom>
          <a:noFill/>
        </p:spPr>
        <p:txBody>
          <a:bodyPr wrap="square" rtlCol="0">
            <a:spAutoFit/>
          </a:bodyPr>
          <a:lstStyle/>
          <a:p>
            <a:pPr algn="ctr"/>
            <a:r>
              <a:rPr lang="en-US" dirty="0"/>
              <a:t>2025-26 (Prediction)</a:t>
            </a:r>
          </a:p>
        </p:txBody>
      </p:sp>
      <p:sp>
        <p:nvSpPr>
          <p:cNvPr id="22" name="TextBox 21">
            <a:extLst>
              <a:ext uri="{FF2B5EF4-FFF2-40B4-BE49-F238E27FC236}">
                <a16:creationId xmlns:a16="http://schemas.microsoft.com/office/drawing/2014/main" id="{A7273112-F10A-E3DB-DA9B-0BA6CA1F4142}"/>
              </a:ext>
            </a:extLst>
          </p:cNvPr>
          <p:cNvSpPr txBox="1"/>
          <p:nvPr/>
        </p:nvSpPr>
        <p:spPr>
          <a:xfrm>
            <a:off x="774190" y="2517745"/>
            <a:ext cx="1691636" cy="369332"/>
          </a:xfrm>
          <a:prstGeom prst="rect">
            <a:avLst/>
          </a:prstGeom>
          <a:noFill/>
        </p:spPr>
        <p:txBody>
          <a:bodyPr wrap="square" rtlCol="0">
            <a:spAutoFit/>
          </a:bodyPr>
          <a:lstStyle/>
          <a:p>
            <a:pPr algn="ctr"/>
            <a:r>
              <a:rPr lang="en-US" dirty="0"/>
              <a:t>2022-23 (Test)</a:t>
            </a:r>
          </a:p>
        </p:txBody>
      </p:sp>
      <p:sp>
        <p:nvSpPr>
          <p:cNvPr id="23" name="TextBox 22">
            <a:extLst>
              <a:ext uri="{FF2B5EF4-FFF2-40B4-BE49-F238E27FC236}">
                <a16:creationId xmlns:a16="http://schemas.microsoft.com/office/drawing/2014/main" id="{02BC4A59-3894-94FC-5B5B-9CE925E9F647}"/>
              </a:ext>
            </a:extLst>
          </p:cNvPr>
          <p:cNvSpPr txBox="1"/>
          <p:nvPr/>
        </p:nvSpPr>
        <p:spPr>
          <a:xfrm>
            <a:off x="6713228" y="2517745"/>
            <a:ext cx="1691636" cy="369332"/>
          </a:xfrm>
          <a:prstGeom prst="rect">
            <a:avLst/>
          </a:prstGeom>
          <a:noFill/>
        </p:spPr>
        <p:txBody>
          <a:bodyPr wrap="square" rtlCol="0">
            <a:spAutoFit/>
          </a:bodyPr>
          <a:lstStyle/>
          <a:p>
            <a:pPr algn="ctr"/>
            <a:r>
              <a:rPr lang="en-US" dirty="0"/>
              <a:t>2024-25 (Test)</a:t>
            </a:r>
          </a:p>
        </p:txBody>
      </p:sp>
      <p:sp>
        <p:nvSpPr>
          <p:cNvPr id="24" name="TextBox 23">
            <a:extLst>
              <a:ext uri="{FF2B5EF4-FFF2-40B4-BE49-F238E27FC236}">
                <a16:creationId xmlns:a16="http://schemas.microsoft.com/office/drawing/2014/main" id="{F5E5F9FA-33D6-B4B1-7EDC-01DC41753754}"/>
              </a:ext>
            </a:extLst>
          </p:cNvPr>
          <p:cNvSpPr txBox="1"/>
          <p:nvPr/>
        </p:nvSpPr>
        <p:spPr>
          <a:xfrm>
            <a:off x="354100" y="1713748"/>
            <a:ext cx="11480451" cy="646331"/>
          </a:xfrm>
          <a:prstGeom prst="rect">
            <a:avLst/>
          </a:prstGeom>
          <a:noFill/>
        </p:spPr>
        <p:txBody>
          <a:bodyPr wrap="square" lIns="91440" tIns="45720" rIns="91440" bIns="45720" rtlCol="0" anchor="t">
            <a:spAutoFit/>
          </a:bodyPr>
          <a:lstStyle/>
          <a:p>
            <a:pPr marL="285750" indent="-285750">
              <a:buFont typeface="Arial"/>
              <a:buChar char="•"/>
            </a:pPr>
            <a:r>
              <a:rPr lang="en-US" dirty="0"/>
              <a:t>Model was trained on all the NBA seasons between 2002-22 and was tested on the three seasons below. </a:t>
            </a:r>
          </a:p>
          <a:p>
            <a:pPr marL="285750" indent="-285750">
              <a:buFont typeface="Arial"/>
              <a:buChar char="•"/>
            </a:pPr>
            <a:r>
              <a:rPr lang="en-US" dirty="0"/>
              <a:t>Prediction uses current season ranks up as of November 29th and assumes ranks hold throughout the season.</a:t>
            </a:r>
          </a:p>
        </p:txBody>
      </p:sp>
      <p:cxnSp>
        <p:nvCxnSpPr>
          <p:cNvPr id="27" name="Straight Connector 26">
            <a:extLst>
              <a:ext uri="{FF2B5EF4-FFF2-40B4-BE49-F238E27FC236}">
                <a16:creationId xmlns:a16="http://schemas.microsoft.com/office/drawing/2014/main" id="{418D1252-90BD-A5C4-B597-A36BD0777B03}"/>
              </a:ext>
            </a:extLst>
          </p:cNvPr>
          <p:cNvCxnSpPr>
            <a:cxnSpLocks/>
          </p:cNvCxnSpPr>
          <p:nvPr/>
        </p:nvCxnSpPr>
        <p:spPr>
          <a:xfrm>
            <a:off x="9067800" y="2517745"/>
            <a:ext cx="0" cy="4156738"/>
          </a:xfrm>
          <a:prstGeom prst="line">
            <a:avLst/>
          </a:prstGeom>
        </p:spPr>
        <p:style>
          <a:lnRef idx="2">
            <a:schemeClr val="dk1"/>
          </a:lnRef>
          <a:fillRef idx="0">
            <a:schemeClr val="dk1"/>
          </a:fillRef>
          <a:effectRef idx="1">
            <a:schemeClr val="dk1"/>
          </a:effectRef>
          <a:fontRef idx="minor">
            <a:schemeClr val="tx1"/>
          </a:fontRef>
        </p:style>
      </p:cxnSp>
      <p:pic>
        <p:nvPicPr>
          <p:cNvPr id="5" name="Graphic 4" descr="Checkmark with solid fill">
            <a:extLst>
              <a:ext uri="{FF2B5EF4-FFF2-40B4-BE49-F238E27FC236}">
                <a16:creationId xmlns:a16="http://schemas.microsoft.com/office/drawing/2014/main" id="{F68B4980-481A-22AF-349E-3EC55593326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6850" y="4159250"/>
            <a:ext cx="311150" cy="336550"/>
          </a:xfrm>
          <a:prstGeom prst="rect">
            <a:avLst/>
          </a:prstGeom>
        </p:spPr>
      </p:pic>
      <p:pic>
        <p:nvPicPr>
          <p:cNvPr id="6" name="Graphic 5" descr="Checkmark with solid fill">
            <a:extLst>
              <a:ext uri="{FF2B5EF4-FFF2-40B4-BE49-F238E27FC236}">
                <a16:creationId xmlns:a16="http://schemas.microsoft.com/office/drawing/2014/main" id="{9AF113F8-3C84-BC1A-96BB-35F996CE73A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13100" y="4159249"/>
            <a:ext cx="311150" cy="336550"/>
          </a:xfrm>
          <a:prstGeom prst="rect">
            <a:avLst/>
          </a:prstGeom>
        </p:spPr>
      </p:pic>
      <p:pic>
        <p:nvPicPr>
          <p:cNvPr id="7" name="Graphic 6" descr="Checkmark with solid fill">
            <a:extLst>
              <a:ext uri="{FF2B5EF4-FFF2-40B4-BE49-F238E27FC236}">
                <a16:creationId xmlns:a16="http://schemas.microsoft.com/office/drawing/2014/main" id="{E00C60CA-C6AC-F3EC-BA71-614528906D8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34100" y="4159249"/>
            <a:ext cx="311150" cy="336550"/>
          </a:xfrm>
          <a:prstGeom prst="rect">
            <a:avLst/>
          </a:prstGeom>
        </p:spPr>
      </p:pic>
    </p:spTree>
    <p:extLst>
      <p:ext uri="{BB962C8B-B14F-4D97-AF65-F5344CB8AC3E}">
        <p14:creationId xmlns:p14="http://schemas.microsoft.com/office/powerpoint/2010/main" val="847908977"/>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3040</TotalTime>
  <Words>570</Words>
  <Application>Microsoft Macintosh PowerPoint</Application>
  <PresentationFormat>Widescreen</PresentationFormat>
  <Paragraphs>80</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Bierstadt</vt:lpstr>
      <vt:lpstr>Calibri</vt:lpstr>
      <vt:lpstr>Cambria Math</vt:lpstr>
      <vt:lpstr>GestaltVTI</vt:lpstr>
      <vt:lpstr>NBA Future Analytics Stars Exercise 2025-26 ROTY Prediction</vt:lpstr>
      <vt:lpstr>Data Acquisition and Cleaning</vt:lpstr>
      <vt:lpstr>Modeling Methodology</vt:lpstr>
      <vt:lpstr>Testing and Prediction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Grant Boydell</cp:lastModifiedBy>
  <cp:revision>10</cp:revision>
  <dcterms:created xsi:type="dcterms:W3CDTF">2025-11-29T22:17:33Z</dcterms:created>
  <dcterms:modified xsi:type="dcterms:W3CDTF">2025-12-02T01:01:38Z</dcterms:modified>
</cp:coreProperties>
</file>